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Lst>
  <p:sldSz cy="10287000" cx="18288000"/>
  <p:notesSz cx="6858000" cy="9144000"/>
  <p:embeddedFontLst>
    <p:embeddedFont>
      <p:font typeface="Inter"/>
      <p:regular r:id="rId59"/>
      <p:bold r:id="rId60"/>
      <p:italic r:id="rId61"/>
      <p:boldItalic r:id="rId62"/>
    </p:embeddedFont>
    <p:embeddedFont>
      <p:font typeface="Inter Medium"/>
      <p:regular r:id="rId63"/>
      <p:bold r:id="rId64"/>
      <p:italic r:id="rId65"/>
      <p:boldItalic r:id="rId6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240">
          <p15:clr>
            <a:srgbClr val="A4A3A4"/>
          </p15:clr>
        </p15:guide>
        <p15:guide id="2" pos="5760">
          <p15:clr>
            <a:srgbClr val="A4A3A4"/>
          </p15:clr>
        </p15:guide>
        <p15:guide id="3" pos="288">
          <p15:clr>
            <a:srgbClr val="747775"/>
          </p15:clr>
        </p15:guide>
        <p15:guide id="4" orient="horz" pos="288">
          <p15:clr>
            <a:srgbClr val="747775"/>
          </p15:clr>
        </p15:guide>
        <p15:guide id="5" pos="11232">
          <p15:clr>
            <a:srgbClr val="747775"/>
          </p15:clr>
        </p15:guide>
        <p15:guide id="6" orient="horz" pos="619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240" orient="horz"/>
        <p:guide pos="5760"/>
        <p:guide pos="288"/>
        <p:guide pos="288" orient="horz"/>
        <p:guide pos="11232"/>
        <p:guide pos="6192"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Inter-boldItalic.fntdata"/><Relationship Id="rId61" Type="http://schemas.openxmlformats.org/officeDocument/2006/relationships/font" Target="fonts/Inter-italic.fntdata"/><Relationship Id="rId20" Type="http://schemas.openxmlformats.org/officeDocument/2006/relationships/slide" Target="slides/slide15.xml"/><Relationship Id="rId64" Type="http://schemas.openxmlformats.org/officeDocument/2006/relationships/font" Target="fonts/InterMedium-bold.fntdata"/><Relationship Id="rId63" Type="http://schemas.openxmlformats.org/officeDocument/2006/relationships/font" Target="fonts/InterMedium-regular.fntdata"/><Relationship Id="rId22" Type="http://schemas.openxmlformats.org/officeDocument/2006/relationships/slide" Target="slides/slide17.xml"/><Relationship Id="rId66" Type="http://schemas.openxmlformats.org/officeDocument/2006/relationships/font" Target="fonts/InterMedium-boldItalic.fntdata"/><Relationship Id="rId21" Type="http://schemas.openxmlformats.org/officeDocument/2006/relationships/slide" Target="slides/slide16.xml"/><Relationship Id="rId65" Type="http://schemas.openxmlformats.org/officeDocument/2006/relationships/font" Target="fonts/InterMedium-italic.fnt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Inter-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font" Target="fonts/Inter-regular.fntdata"/><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9b4b9a62c9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9b4b9a62c9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2b8a9a29d72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2b8a9a29d72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9b4b9a62c9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9b4b9a62c9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b8997894fe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b8997894fe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b8997894fe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b8997894fe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b8997894fe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b8997894fe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b8a9a29d72_2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b8a9a29d72_2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b8a9a29d72_2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b8a9a29d72_2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b8a9a29d72_2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b8a9a29d72_2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b8a9a29d72_2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b8a9a29d72_2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b8a9a29d72_2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b8a9a29d72_2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b8a9a29d72_2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b8a9a29d72_2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b8a9a29d72_2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b8a9a29d72_2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9b4b9a62c9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29b4b9a62c9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b8a9a29d72_2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2b8a9a29d72_2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b8a9a29d72_2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2b8a9a29d72_2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b8997894fe_0_4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2b8997894fe_0_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b8a9a29d72_2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2b8a9a29d72_2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b8997894fe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2b8997894fe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2b8a9a29d72_2_3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2b8a9a29d72_2_3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2b8a9a29d72_3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2b8a9a29d72_3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b8a9a29d72_3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2b8a9a29d72_3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2b8a9a29d72_3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2b8a9a29d72_3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b8a9a29d72_3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2b8a9a29d72_3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b8a9a29d72_2_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2b8a9a29d72_2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2b8a9a29d72_3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2b8a9a29d72_3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2b8a9a29d72_2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2b8a9a29d72_2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2b8a9a29d72_2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2b8a9a29d72_2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b8a9a29d72_3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2b8a9a29d72_3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2b8a9a29d72_3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2b8a9a29d72_3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2b8a9a29d72_3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2b8a9a29d72_3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2b8a9a29d72_2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2b8a9a29d72_2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2b8a9a29d72_2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2b8a9a29d72_2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2b8a9a29d72_3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2b8a9a29d72_3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2b8a9a29d72_2_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2b8a9a29d72_2_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2b8a9a29d72_3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2b8a9a29d72_3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2b8a9a29d72_2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2b8a9a29d72_2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2b8a9a29d72_2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2b8a9a29d72_2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2b8a9a29d72_3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2b8a9a29d72_3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2b8a9a29d72_2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2b8a9a29d72_2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2b8a9a29d72_2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2b8a9a29d72_2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2b8a9a29d72_3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2b8a9a29d72_3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2b8a9a29d72_3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2b8a9a29d72_3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2b8997894fe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2b8997894fe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2b8a9a29d72_3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2b8a9a29d72_3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2b8a9a29d72_3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2b8a9a29d72_3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249a7db55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3249a7db55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249a7db55b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249a7db55b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249a7db55b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249a7db55b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249a7db55b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249a7db55b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249a7db55b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3249a7db55b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249a7db55b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0" name="Google Shape;570;g3249a7db55b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29b4b9a62c9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29b4b9a62c9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623417" y="1489150"/>
            <a:ext cx="17041200" cy="4105200"/>
          </a:xfrm>
          <a:prstGeom prst="rect">
            <a:avLst/>
          </a:prstGeom>
        </p:spPr>
        <p:txBody>
          <a:bodyPr anchorCtr="0" anchor="b" bIns="182850" lIns="182850" spcFirstLastPara="1" rIns="182850" wrap="square" tIns="182850">
            <a:normAutofit/>
          </a:bodyPr>
          <a:lstStyle>
            <a:lvl1pPr lvl="0" algn="ctr">
              <a:spcBef>
                <a:spcPts val="0"/>
              </a:spcBef>
              <a:spcAft>
                <a:spcPts val="0"/>
              </a:spcAft>
              <a:buSzPts val="10400"/>
              <a:buNone/>
              <a:defRPr sz="10400"/>
            </a:lvl1pPr>
            <a:lvl2pPr lvl="1" algn="ctr">
              <a:spcBef>
                <a:spcPts val="0"/>
              </a:spcBef>
              <a:spcAft>
                <a:spcPts val="0"/>
              </a:spcAft>
              <a:buSzPts val="10400"/>
              <a:buNone/>
              <a:defRPr sz="10400"/>
            </a:lvl2pPr>
            <a:lvl3pPr lvl="2" algn="ctr">
              <a:spcBef>
                <a:spcPts val="0"/>
              </a:spcBef>
              <a:spcAft>
                <a:spcPts val="0"/>
              </a:spcAft>
              <a:buSzPts val="10400"/>
              <a:buNone/>
              <a:defRPr sz="10400"/>
            </a:lvl3pPr>
            <a:lvl4pPr lvl="3" algn="ctr">
              <a:spcBef>
                <a:spcPts val="0"/>
              </a:spcBef>
              <a:spcAft>
                <a:spcPts val="0"/>
              </a:spcAft>
              <a:buSzPts val="10400"/>
              <a:buNone/>
              <a:defRPr sz="10400"/>
            </a:lvl4pPr>
            <a:lvl5pPr lvl="4" algn="ctr">
              <a:spcBef>
                <a:spcPts val="0"/>
              </a:spcBef>
              <a:spcAft>
                <a:spcPts val="0"/>
              </a:spcAft>
              <a:buSzPts val="10400"/>
              <a:buNone/>
              <a:defRPr sz="10400"/>
            </a:lvl5pPr>
            <a:lvl6pPr lvl="5" algn="ctr">
              <a:spcBef>
                <a:spcPts val="0"/>
              </a:spcBef>
              <a:spcAft>
                <a:spcPts val="0"/>
              </a:spcAft>
              <a:buSzPts val="10400"/>
              <a:buNone/>
              <a:defRPr sz="10400"/>
            </a:lvl6pPr>
            <a:lvl7pPr lvl="6" algn="ctr">
              <a:spcBef>
                <a:spcPts val="0"/>
              </a:spcBef>
              <a:spcAft>
                <a:spcPts val="0"/>
              </a:spcAft>
              <a:buSzPts val="10400"/>
              <a:buNone/>
              <a:defRPr sz="10400"/>
            </a:lvl7pPr>
            <a:lvl8pPr lvl="7" algn="ctr">
              <a:spcBef>
                <a:spcPts val="0"/>
              </a:spcBef>
              <a:spcAft>
                <a:spcPts val="0"/>
              </a:spcAft>
              <a:buSzPts val="10400"/>
              <a:buNone/>
              <a:defRPr sz="10400"/>
            </a:lvl8pPr>
            <a:lvl9pPr lvl="8" algn="ctr">
              <a:spcBef>
                <a:spcPts val="0"/>
              </a:spcBef>
              <a:spcAft>
                <a:spcPts val="0"/>
              </a:spcAft>
              <a:buSzPts val="10400"/>
              <a:buNone/>
              <a:defRPr sz="10400"/>
            </a:lvl9pPr>
          </a:lstStyle>
          <a:p/>
        </p:txBody>
      </p:sp>
      <p:sp>
        <p:nvSpPr>
          <p:cNvPr id="11" name="Google Shape;11;p2"/>
          <p:cNvSpPr txBox="1"/>
          <p:nvPr>
            <p:ph idx="1" type="subTitle"/>
          </p:nvPr>
        </p:nvSpPr>
        <p:spPr>
          <a:xfrm>
            <a:off x="623400" y="5668250"/>
            <a:ext cx="17041200" cy="1585200"/>
          </a:xfrm>
          <a:prstGeom prst="rect">
            <a:avLst/>
          </a:prstGeom>
        </p:spPr>
        <p:txBody>
          <a:bodyPr anchorCtr="0" anchor="t" bIns="182850" lIns="182850" spcFirstLastPara="1" rIns="182850" wrap="square" tIns="18285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12" name="Google Shape;12;p2"/>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623400" y="4301700"/>
            <a:ext cx="17041200" cy="1683600"/>
          </a:xfrm>
          <a:prstGeom prst="rect">
            <a:avLst/>
          </a:prstGeom>
        </p:spPr>
        <p:txBody>
          <a:bodyPr anchorCtr="0" anchor="ctr" bIns="182850" lIns="182850" spcFirstLastPara="1" rIns="182850" wrap="square" tIns="182850">
            <a:normAutofit/>
          </a:bodyPr>
          <a:lstStyle>
            <a:lvl1pPr lvl="0" algn="ctr">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15" name="Google Shape;15;p3"/>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8" name="Google Shape;18;p4"/>
          <p:cNvSpPr txBox="1"/>
          <p:nvPr>
            <p:ph idx="1" type="body"/>
          </p:nvPr>
        </p:nvSpPr>
        <p:spPr>
          <a:xfrm>
            <a:off x="623400" y="2304950"/>
            <a:ext cx="17041200" cy="6832800"/>
          </a:xfrm>
          <a:prstGeom prst="rect">
            <a:avLst/>
          </a:prstGeom>
        </p:spPr>
        <p:txBody>
          <a:bodyPr anchorCtr="0" anchor="t" bIns="182850" lIns="182850" spcFirstLastPara="1" rIns="182850" wrap="square" tIns="182850">
            <a:normAutofit/>
          </a:bodyPr>
          <a:lstStyle>
            <a:lvl1pPr indent="-457200" lvl="0" marL="457200">
              <a:spcBef>
                <a:spcPts val="0"/>
              </a:spcBef>
              <a:spcAft>
                <a:spcPts val="0"/>
              </a:spcAft>
              <a:buSzPts val="3600"/>
              <a:buChar char="●"/>
              <a:defRPr/>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406400" lvl="8" marL="4114800">
              <a:spcBef>
                <a:spcPts val="0"/>
              </a:spcBef>
              <a:spcAft>
                <a:spcPts val="0"/>
              </a:spcAft>
              <a:buSzPts val="2800"/>
              <a:buChar char="■"/>
              <a:defRPr/>
            </a:lvl9pPr>
          </a:lstStyle>
          <a:p/>
        </p:txBody>
      </p:sp>
      <p:sp>
        <p:nvSpPr>
          <p:cNvPr id="19" name="Google Shape;19;p4"/>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2" name="Google Shape;22;p5"/>
          <p:cNvSpPr txBox="1"/>
          <p:nvPr>
            <p:ph idx="1" type="body"/>
          </p:nvPr>
        </p:nvSpPr>
        <p:spPr>
          <a:xfrm>
            <a:off x="623400" y="2304950"/>
            <a:ext cx="7999800" cy="6832800"/>
          </a:xfrm>
          <a:prstGeom prst="rect">
            <a:avLst/>
          </a:prstGeom>
        </p:spPr>
        <p:txBody>
          <a:bodyPr anchorCtr="0" anchor="t" bIns="182850" lIns="182850" spcFirstLastPara="1" rIns="182850" wrap="square" tIns="182850">
            <a:normAutofit/>
          </a:bodyPr>
          <a:lstStyle>
            <a:lvl1pPr indent="-406400" lvl="0" marL="457200">
              <a:spcBef>
                <a:spcPts val="0"/>
              </a:spcBef>
              <a:spcAft>
                <a:spcPts val="0"/>
              </a:spcAft>
              <a:buSzPts val="2800"/>
              <a:buChar char="●"/>
              <a:defRPr sz="28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23" name="Google Shape;23;p5"/>
          <p:cNvSpPr txBox="1"/>
          <p:nvPr>
            <p:ph idx="2" type="body"/>
          </p:nvPr>
        </p:nvSpPr>
        <p:spPr>
          <a:xfrm>
            <a:off x="9664800" y="2304950"/>
            <a:ext cx="7999800" cy="6832800"/>
          </a:xfrm>
          <a:prstGeom prst="rect">
            <a:avLst/>
          </a:prstGeom>
        </p:spPr>
        <p:txBody>
          <a:bodyPr anchorCtr="0" anchor="t" bIns="182850" lIns="182850" spcFirstLastPara="1" rIns="182850" wrap="square" tIns="182850">
            <a:normAutofit/>
          </a:bodyPr>
          <a:lstStyle>
            <a:lvl1pPr indent="-406400" lvl="0" marL="457200">
              <a:spcBef>
                <a:spcPts val="0"/>
              </a:spcBef>
              <a:spcAft>
                <a:spcPts val="0"/>
              </a:spcAft>
              <a:buSzPts val="2800"/>
              <a:buChar char="●"/>
              <a:defRPr sz="28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24" name="Google Shape;24;p5"/>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7" name="Google Shape;27;p6"/>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623400" y="1111200"/>
            <a:ext cx="5616000" cy="1511400"/>
          </a:xfrm>
          <a:prstGeom prst="rect">
            <a:avLst/>
          </a:prstGeom>
        </p:spPr>
        <p:txBody>
          <a:bodyPr anchorCtr="0" anchor="b" bIns="182850" lIns="182850" spcFirstLastPara="1" rIns="182850" wrap="square" tIns="18285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0" name="Google Shape;30;p7"/>
          <p:cNvSpPr txBox="1"/>
          <p:nvPr>
            <p:ph idx="1" type="body"/>
          </p:nvPr>
        </p:nvSpPr>
        <p:spPr>
          <a:xfrm>
            <a:off x="623400" y="2779200"/>
            <a:ext cx="5616000" cy="6358800"/>
          </a:xfrm>
          <a:prstGeom prst="rect">
            <a:avLst/>
          </a:prstGeom>
        </p:spPr>
        <p:txBody>
          <a:bodyPr anchorCtr="0" anchor="t" bIns="182850" lIns="182850" spcFirstLastPara="1" rIns="182850" wrap="square" tIns="182850">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31" name="Google Shape;31;p7"/>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980500" y="900300"/>
            <a:ext cx="12735600" cy="8181600"/>
          </a:xfrm>
          <a:prstGeom prst="rect">
            <a:avLst/>
          </a:prstGeom>
        </p:spPr>
        <p:txBody>
          <a:bodyPr anchorCtr="0" anchor="ctr" bIns="182850" lIns="182850" spcFirstLastPara="1" rIns="182850" wrap="square" tIns="182850">
            <a:normAutofit/>
          </a:bodyPr>
          <a:lstStyle>
            <a:lvl1pPr lvl="0">
              <a:spcBef>
                <a:spcPts val="0"/>
              </a:spcBef>
              <a:spcAft>
                <a:spcPts val="0"/>
              </a:spcAft>
              <a:buSzPts val="9600"/>
              <a:buNone/>
              <a:defRPr sz="9600"/>
            </a:lvl1pPr>
            <a:lvl2pPr lvl="1">
              <a:spcBef>
                <a:spcPts val="0"/>
              </a:spcBef>
              <a:spcAft>
                <a:spcPts val="0"/>
              </a:spcAft>
              <a:buSzPts val="9600"/>
              <a:buNone/>
              <a:defRPr sz="9600"/>
            </a:lvl2pPr>
            <a:lvl3pPr lvl="2">
              <a:spcBef>
                <a:spcPts val="0"/>
              </a:spcBef>
              <a:spcAft>
                <a:spcPts val="0"/>
              </a:spcAft>
              <a:buSzPts val="9600"/>
              <a:buNone/>
              <a:defRPr sz="9600"/>
            </a:lvl3pPr>
            <a:lvl4pPr lvl="3">
              <a:spcBef>
                <a:spcPts val="0"/>
              </a:spcBef>
              <a:spcAft>
                <a:spcPts val="0"/>
              </a:spcAft>
              <a:buSzPts val="9600"/>
              <a:buNone/>
              <a:defRPr sz="9600"/>
            </a:lvl4pPr>
            <a:lvl5pPr lvl="4">
              <a:spcBef>
                <a:spcPts val="0"/>
              </a:spcBef>
              <a:spcAft>
                <a:spcPts val="0"/>
              </a:spcAft>
              <a:buSzPts val="9600"/>
              <a:buNone/>
              <a:defRPr sz="9600"/>
            </a:lvl5pPr>
            <a:lvl6pPr lvl="5">
              <a:spcBef>
                <a:spcPts val="0"/>
              </a:spcBef>
              <a:spcAft>
                <a:spcPts val="0"/>
              </a:spcAft>
              <a:buSzPts val="9600"/>
              <a:buNone/>
              <a:defRPr sz="9600"/>
            </a:lvl6pPr>
            <a:lvl7pPr lvl="6">
              <a:spcBef>
                <a:spcPts val="0"/>
              </a:spcBef>
              <a:spcAft>
                <a:spcPts val="0"/>
              </a:spcAft>
              <a:buSzPts val="9600"/>
              <a:buNone/>
              <a:defRPr sz="9600"/>
            </a:lvl7pPr>
            <a:lvl8pPr lvl="7">
              <a:spcBef>
                <a:spcPts val="0"/>
              </a:spcBef>
              <a:spcAft>
                <a:spcPts val="0"/>
              </a:spcAft>
              <a:buSzPts val="9600"/>
              <a:buNone/>
              <a:defRPr sz="9600"/>
            </a:lvl8pPr>
            <a:lvl9pPr lvl="8">
              <a:spcBef>
                <a:spcPts val="0"/>
              </a:spcBef>
              <a:spcAft>
                <a:spcPts val="0"/>
              </a:spcAft>
              <a:buSzPts val="9600"/>
              <a:buNone/>
              <a:defRPr sz="9600"/>
            </a:lvl9pPr>
          </a:lstStyle>
          <a:p/>
        </p:txBody>
      </p:sp>
      <p:sp>
        <p:nvSpPr>
          <p:cNvPr id="34" name="Google Shape;34;p8"/>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9144000" y="-250"/>
            <a:ext cx="9144000" cy="10287000"/>
          </a:xfrm>
          <a:prstGeom prst="rect">
            <a:avLst/>
          </a:prstGeom>
          <a:solidFill>
            <a:schemeClr val="lt2"/>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531000" y="2466350"/>
            <a:ext cx="8090400" cy="2964600"/>
          </a:xfrm>
          <a:prstGeom prst="rect">
            <a:avLst/>
          </a:prstGeom>
        </p:spPr>
        <p:txBody>
          <a:bodyPr anchorCtr="0" anchor="b" bIns="182850" lIns="182850" spcFirstLastPara="1" rIns="182850" wrap="square" tIns="182850">
            <a:normAutofit/>
          </a:bodyPr>
          <a:lstStyle>
            <a:lvl1pPr lvl="0" algn="ctr">
              <a:spcBef>
                <a:spcPts val="0"/>
              </a:spcBef>
              <a:spcAft>
                <a:spcPts val="0"/>
              </a:spcAft>
              <a:buSzPts val="8400"/>
              <a:buNone/>
              <a:defRPr sz="8400"/>
            </a:lvl1pPr>
            <a:lvl2pPr lvl="1" algn="ctr">
              <a:spcBef>
                <a:spcPts val="0"/>
              </a:spcBef>
              <a:spcAft>
                <a:spcPts val="0"/>
              </a:spcAft>
              <a:buSzPts val="8400"/>
              <a:buNone/>
              <a:defRPr sz="8400"/>
            </a:lvl2pPr>
            <a:lvl3pPr lvl="2" algn="ctr">
              <a:spcBef>
                <a:spcPts val="0"/>
              </a:spcBef>
              <a:spcAft>
                <a:spcPts val="0"/>
              </a:spcAft>
              <a:buSzPts val="8400"/>
              <a:buNone/>
              <a:defRPr sz="8400"/>
            </a:lvl3pPr>
            <a:lvl4pPr lvl="3" algn="ctr">
              <a:spcBef>
                <a:spcPts val="0"/>
              </a:spcBef>
              <a:spcAft>
                <a:spcPts val="0"/>
              </a:spcAft>
              <a:buSzPts val="8400"/>
              <a:buNone/>
              <a:defRPr sz="8400"/>
            </a:lvl4pPr>
            <a:lvl5pPr lvl="4" algn="ctr">
              <a:spcBef>
                <a:spcPts val="0"/>
              </a:spcBef>
              <a:spcAft>
                <a:spcPts val="0"/>
              </a:spcAft>
              <a:buSzPts val="8400"/>
              <a:buNone/>
              <a:defRPr sz="8400"/>
            </a:lvl5pPr>
            <a:lvl6pPr lvl="5" algn="ctr">
              <a:spcBef>
                <a:spcPts val="0"/>
              </a:spcBef>
              <a:spcAft>
                <a:spcPts val="0"/>
              </a:spcAft>
              <a:buSzPts val="8400"/>
              <a:buNone/>
              <a:defRPr sz="8400"/>
            </a:lvl6pPr>
            <a:lvl7pPr lvl="6" algn="ctr">
              <a:spcBef>
                <a:spcPts val="0"/>
              </a:spcBef>
              <a:spcAft>
                <a:spcPts val="0"/>
              </a:spcAft>
              <a:buSzPts val="8400"/>
              <a:buNone/>
              <a:defRPr sz="8400"/>
            </a:lvl7pPr>
            <a:lvl8pPr lvl="7" algn="ctr">
              <a:spcBef>
                <a:spcPts val="0"/>
              </a:spcBef>
              <a:spcAft>
                <a:spcPts val="0"/>
              </a:spcAft>
              <a:buSzPts val="8400"/>
              <a:buNone/>
              <a:defRPr sz="8400"/>
            </a:lvl8pPr>
            <a:lvl9pPr lvl="8" algn="ctr">
              <a:spcBef>
                <a:spcPts val="0"/>
              </a:spcBef>
              <a:spcAft>
                <a:spcPts val="0"/>
              </a:spcAft>
              <a:buSzPts val="8400"/>
              <a:buNone/>
              <a:defRPr sz="8400"/>
            </a:lvl9pPr>
          </a:lstStyle>
          <a:p/>
        </p:txBody>
      </p:sp>
      <p:sp>
        <p:nvSpPr>
          <p:cNvPr id="38" name="Google Shape;38;p9"/>
          <p:cNvSpPr txBox="1"/>
          <p:nvPr>
            <p:ph idx="1" type="subTitle"/>
          </p:nvPr>
        </p:nvSpPr>
        <p:spPr>
          <a:xfrm>
            <a:off x="531000" y="5606150"/>
            <a:ext cx="8090400" cy="2470200"/>
          </a:xfrm>
          <a:prstGeom prst="rect">
            <a:avLst/>
          </a:prstGeom>
        </p:spPr>
        <p:txBody>
          <a:bodyPr anchorCtr="0" anchor="t" bIns="182850" lIns="182850" spcFirstLastPara="1" rIns="182850" wrap="square" tIns="18285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9" name="Google Shape;39;p9"/>
          <p:cNvSpPr txBox="1"/>
          <p:nvPr>
            <p:ph idx="2" type="body"/>
          </p:nvPr>
        </p:nvSpPr>
        <p:spPr>
          <a:xfrm>
            <a:off x="9879000" y="1448150"/>
            <a:ext cx="7674000" cy="7390200"/>
          </a:xfrm>
          <a:prstGeom prst="rect">
            <a:avLst/>
          </a:prstGeom>
        </p:spPr>
        <p:txBody>
          <a:bodyPr anchorCtr="0" anchor="ctr" bIns="182850" lIns="182850" spcFirstLastPara="1" rIns="182850" wrap="square" tIns="182850">
            <a:normAutofit/>
          </a:bodyPr>
          <a:lstStyle>
            <a:lvl1pPr indent="-457200" lvl="0" marL="457200">
              <a:spcBef>
                <a:spcPts val="0"/>
              </a:spcBef>
              <a:spcAft>
                <a:spcPts val="0"/>
              </a:spcAft>
              <a:buSzPts val="3600"/>
              <a:buChar char="●"/>
              <a:defRPr/>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406400" lvl="8" marL="4114800">
              <a:spcBef>
                <a:spcPts val="0"/>
              </a:spcBef>
              <a:spcAft>
                <a:spcPts val="0"/>
              </a:spcAft>
              <a:buSzPts val="2800"/>
              <a:buChar char="■"/>
              <a:defRPr/>
            </a:lvl9pPr>
          </a:lstStyle>
          <a:p/>
        </p:txBody>
      </p:sp>
      <p:sp>
        <p:nvSpPr>
          <p:cNvPr id="40" name="Google Shape;40;p9"/>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623400" y="8461150"/>
            <a:ext cx="11997600" cy="1210200"/>
          </a:xfrm>
          <a:prstGeom prst="rect">
            <a:avLst/>
          </a:prstGeom>
        </p:spPr>
        <p:txBody>
          <a:bodyPr anchorCtr="0" anchor="ctr" bIns="182850" lIns="182850" spcFirstLastPara="1" rIns="182850" wrap="square" tIns="182850">
            <a:normAutofit/>
          </a:bodyPr>
          <a:lstStyle>
            <a:lvl1pPr indent="-228600" lvl="0" marL="457200">
              <a:lnSpc>
                <a:spcPct val="100000"/>
              </a:lnSpc>
              <a:spcBef>
                <a:spcPts val="0"/>
              </a:spcBef>
              <a:spcAft>
                <a:spcPts val="0"/>
              </a:spcAft>
              <a:buSzPts val="3600"/>
              <a:buNone/>
              <a:defRPr/>
            </a:lvl1pPr>
          </a:lstStyle>
          <a:p/>
        </p:txBody>
      </p:sp>
      <p:sp>
        <p:nvSpPr>
          <p:cNvPr id="43" name="Google Shape;43;p10"/>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623400" y="2212250"/>
            <a:ext cx="17041200" cy="3927000"/>
          </a:xfrm>
          <a:prstGeom prst="rect">
            <a:avLst/>
          </a:prstGeom>
        </p:spPr>
        <p:txBody>
          <a:bodyPr anchorCtr="0" anchor="b" bIns="182850" lIns="182850" spcFirstLastPara="1" rIns="182850" wrap="square" tIns="182850">
            <a:normAutofit/>
          </a:bodyPr>
          <a:lstStyle>
            <a:lvl1pPr lvl="0" algn="ctr">
              <a:spcBef>
                <a:spcPts val="0"/>
              </a:spcBef>
              <a:spcAft>
                <a:spcPts val="0"/>
              </a:spcAft>
              <a:buSzPts val="24000"/>
              <a:buNone/>
              <a:defRPr sz="24000"/>
            </a:lvl1pPr>
            <a:lvl2pPr lvl="1" algn="ctr">
              <a:spcBef>
                <a:spcPts val="0"/>
              </a:spcBef>
              <a:spcAft>
                <a:spcPts val="0"/>
              </a:spcAft>
              <a:buSzPts val="24000"/>
              <a:buNone/>
              <a:defRPr sz="24000"/>
            </a:lvl2pPr>
            <a:lvl3pPr lvl="2" algn="ctr">
              <a:spcBef>
                <a:spcPts val="0"/>
              </a:spcBef>
              <a:spcAft>
                <a:spcPts val="0"/>
              </a:spcAft>
              <a:buSzPts val="24000"/>
              <a:buNone/>
              <a:defRPr sz="24000"/>
            </a:lvl3pPr>
            <a:lvl4pPr lvl="3" algn="ctr">
              <a:spcBef>
                <a:spcPts val="0"/>
              </a:spcBef>
              <a:spcAft>
                <a:spcPts val="0"/>
              </a:spcAft>
              <a:buSzPts val="24000"/>
              <a:buNone/>
              <a:defRPr sz="24000"/>
            </a:lvl4pPr>
            <a:lvl5pPr lvl="4" algn="ctr">
              <a:spcBef>
                <a:spcPts val="0"/>
              </a:spcBef>
              <a:spcAft>
                <a:spcPts val="0"/>
              </a:spcAft>
              <a:buSzPts val="24000"/>
              <a:buNone/>
              <a:defRPr sz="24000"/>
            </a:lvl5pPr>
            <a:lvl6pPr lvl="5" algn="ctr">
              <a:spcBef>
                <a:spcPts val="0"/>
              </a:spcBef>
              <a:spcAft>
                <a:spcPts val="0"/>
              </a:spcAft>
              <a:buSzPts val="24000"/>
              <a:buNone/>
              <a:defRPr sz="24000"/>
            </a:lvl6pPr>
            <a:lvl7pPr lvl="6" algn="ctr">
              <a:spcBef>
                <a:spcPts val="0"/>
              </a:spcBef>
              <a:spcAft>
                <a:spcPts val="0"/>
              </a:spcAft>
              <a:buSzPts val="24000"/>
              <a:buNone/>
              <a:defRPr sz="24000"/>
            </a:lvl7pPr>
            <a:lvl8pPr lvl="7" algn="ctr">
              <a:spcBef>
                <a:spcPts val="0"/>
              </a:spcBef>
              <a:spcAft>
                <a:spcPts val="0"/>
              </a:spcAft>
              <a:buSzPts val="24000"/>
              <a:buNone/>
              <a:defRPr sz="24000"/>
            </a:lvl8pPr>
            <a:lvl9pPr lvl="8" algn="ctr">
              <a:spcBef>
                <a:spcPts val="0"/>
              </a:spcBef>
              <a:spcAft>
                <a:spcPts val="0"/>
              </a:spcAft>
              <a:buSzPts val="24000"/>
              <a:buNone/>
              <a:defRPr sz="24000"/>
            </a:lvl9pPr>
          </a:lstStyle>
          <a:p>
            <a:r>
              <a:t>xx%</a:t>
            </a:r>
          </a:p>
        </p:txBody>
      </p:sp>
      <p:sp>
        <p:nvSpPr>
          <p:cNvPr id="46" name="Google Shape;46;p11"/>
          <p:cNvSpPr txBox="1"/>
          <p:nvPr>
            <p:ph idx="1" type="body"/>
          </p:nvPr>
        </p:nvSpPr>
        <p:spPr>
          <a:xfrm>
            <a:off x="623400" y="6304450"/>
            <a:ext cx="17041200" cy="2601600"/>
          </a:xfrm>
          <a:prstGeom prst="rect">
            <a:avLst/>
          </a:prstGeom>
        </p:spPr>
        <p:txBody>
          <a:bodyPr anchorCtr="0" anchor="t" bIns="182850" lIns="182850" spcFirstLastPara="1" rIns="182850" wrap="square" tIns="182850">
            <a:normAutofit/>
          </a:bodyPr>
          <a:lstStyle>
            <a:lvl1pPr indent="-457200" lvl="0" marL="457200" algn="ctr">
              <a:spcBef>
                <a:spcPts val="0"/>
              </a:spcBef>
              <a:spcAft>
                <a:spcPts val="0"/>
              </a:spcAft>
              <a:buSzPts val="3600"/>
              <a:buChar char="●"/>
              <a:defRPr/>
            </a:lvl1pPr>
            <a:lvl2pPr indent="-406400" lvl="1" marL="914400" algn="ctr">
              <a:spcBef>
                <a:spcPts val="0"/>
              </a:spcBef>
              <a:spcAft>
                <a:spcPts val="0"/>
              </a:spcAft>
              <a:buSzPts val="2800"/>
              <a:buChar char="○"/>
              <a:defRPr/>
            </a:lvl2pPr>
            <a:lvl3pPr indent="-406400" lvl="2" marL="1371600" algn="ctr">
              <a:spcBef>
                <a:spcPts val="0"/>
              </a:spcBef>
              <a:spcAft>
                <a:spcPts val="0"/>
              </a:spcAft>
              <a:buSzPts val="2800"/>
              <a:buChar char="■"/>
              <a:defRPr/>
            </a:lvl3pPr>
            <a:lvl4pPr indent="-406400" lvl="3" marL="1828800" algn="ctr">
              <a:spcBef>
                <a:spcPts val="0"/>
              </a:spcBef>
              <a:spcAft>
                <a:spcPts val="0"/>
              </a:spcAft>
              <a:buSzPts val="2800"/>
              <a:buChar char="●"/>
              <a:defRPr/>
            </a:lvl4pPr>
            <a:lvl5pPr indent="-406400" lvl="4" marL="2286000" algn="ctr">
              <a:spcBef>
                <a:spcPts val="0"/>
              </a:spcBef>
              <a:spcAft>
                <a:spcPts val="0"/>
              </a:spcAft>
              <a:buSzPts val="2800"/>
              <a:buChar char="○"/>
              <a:defRPr/>
            </a:lvl5pPr>
            <a:lvl6pPr indent="-406400" lvl="5" marL="2743200" algn="ctr">
              <a:spcBef>
                <a:spcPts val="0"/>
              </a:spcBef>
              <a:spcAft>
                <a:spcPts val="0"/>
              </a:spcAft>
              <a:buSzPts val="2800"/>
              <a:buChar char="■"/>
              <a:defRPr/>
            </a:lvl6pPr>
            <a:lvl7pPr indent="-406400" lvl="6" marL="3200400" algn="ctr">
              <a:spcBef>
                <a:spcPts val="0"/>
              </a:spcBef>
              <a:spcAft>
                <a:spcPts val="0"/>
              </a:spcAft>
              <a:buSzPts val="2800"/>
              <a:buChar char="●"/>
              <a:defRPr/>
            </a:lvl7pPr>
            <a:lvl8pPr indent="-406400" lvl="7" marL="3657600" algn="ctr">
              <a:spcBef>
                <a:spcPts val="0"/>
              </a:spcBef>
              <a:spcAft>
                <a:spcPts val="0"/>
              </a:spcAft>
              <a:buSzPts val="2800"/>
              <a:buChar char="○"/>
              <a:defRPr/>
            </a:lvl8pPr>
            <a:lvl9pPr indent="-406400" lvl="8" marL="4114800" algn="ctr">
              <a:spcBef>
                <a:spcPts val="0"/>
              </a:spcBef>
              <a:spcAft>
                <a:spcPts val="0"/>
              </a:spcAft>
              <a:buSzPts val="2800"/>
              <a:buChar char="■"/>
              <a:defRPr/>
            </a:lvl9pPr>
          </a:lstStyle>
          <a:p/>
        </p:txBody>
      </p:sp>
      <p:sp>
        <p:nvSpPr>
          <p:cNvPr id="47" name="Google Shape;47;p11"/>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spcBef>
                <a:spcPts val="0"/>
              </a:spcBef>
              <a:spcAft>
                <a:spcPts val="0"/>
              </a:spcAft>
              <a:buClr>
                <a:schemeClr val="dk1"/>
              </a:buClr>
              <a:buSzPts val="5600"/>
              <a:buNone/>
              <a:defRPr sz="5600">
                <a:solidFill>
                  <a:schemeClr val="dk1"/>
                </a:solidFill>
              </a:defRPr>
            </a:lvl1pPr>
            <a:lvl2pPr lvl="1">
              <a:spcBef>
                <a:spcPts val="0"/>
              </a:spcBef>
              <a:spcAft>
                <a:spcPts val="0"/>
              </a:spcAft>
              <a:buClr>
                <a:schemeClr val="dk1"/>
              </a:buClr>
              <a:buSzPts val="5600"/>
              <a:buNone/>
              <a:defRPr sz="5600">
                <a:solidFill>
                  <a:schemeClr val="dk1"/>
                </a:solidFill>
              </a:defRPr>
            </a:lvl2pPr>
            <a:lvl3pPr lvl="2">
              <a:spcBef>
                <a:spcPts val="0"/>
              </a:spcBef>
              <a:spcAft>
                <a:spcPts val="0"/>
              </a:spcAft>
              <a:buClr>
                <a:schemeClr val="dk1"/>
              </a:buClr>
              <a:buSzPts val="5600"/>
              <a:buNone/>
              <a:defRPr sz="5600">
                <a:solidFill>
                  <a:schemeClr val="dk1"/>
                </a:solidFill>
              </a:defRPr>
            </a:lvl3pPr>
            <a:lvl4pPr lvl="3">
              <a:spcBef>
                <a:spcPts val="0"/>
              </a:spcBef>
              <a:spcAft>
                <a:spcPts val="0"/>
              </a:spcAft>
              <a:buClr>
                <a:schemeClr val="dk1"/>
              </a:buClr>
              <a:buSzPts val="5600"/>
              <a:buNone/>
              <a:defRPr sz="5600">
                <a:solidFill>
                  <a:schemeClr val="dk1"/>
                </a:solidFill>
              </a:defRPr>
            </a:lvl4pPr>
            <a:lvl5pPr lvl="4">
              <a:spcBef>
                <a:spcPts val="0"/>
              </a:spcBef>
              <a:spcAft>
                <a:spcPts val="0"/>
              </a:spcAft>
              <a:buClr>
                <a:schemeClr val="dk1"/>
              </a:buClr>
              <a:buSzPts val="5600"/>
              <a:buNone/>
              <a:defRPr sz="5600">
                <a:solidFill>
                  <a:schemeClr val="dk1"/>
                </a:solidFill>
              </a:defRPr>
            </a:lvl5pPr>
            <a:lvl6pPr lvl="5">
              <a:spcBef>
                <a:spcPts val="0"/>
              </a:spcBef>
              <a:spcAft>
                <a:spcPts val="0"/>
              </a:spcAft>
              <a:buClr>
                <a:schemeClr val="dk1"/>
              </a:buClr>
              <a:buSzPts val="5600"/>
              <a:buNone/>
              <a:defRPr sz="5600">
                <a:solidFill>
                  <a:schemeClr val="dk1"/>
                </a:solidFill>
              </a:defRPr>
            </a:lvl6pPr>
            <a:lvl7pPr lvl="6">
              <a:spcBef>
                <a:spcPts val="0"/>
              </a:spcBef>
              <a:spcAft>
                <a:spcPts val="0"/>
              </a:spcAft>
              <a:buClr>
                <a:schemeClr val="dk1"/>
              </a:buClr>
              <a:buSzPts val="5600"/>
              <a:buNone/>
              <a:defRPr sz="5600">
                <a:solidFill>
                  <a:schemeClr val="dk1"/>
                </a:solidFill>
              </a:defRPr>
            </a:lvl7pPr>
            <a:lvl8pPr lvl="7">
              <a:spcBef>
                <a:spcPts val="0"/>
              </a:spcBef>
              <a:spcAft>
                <a:spcPts val="0"/>
              </a:spcAft>
              <a:buClr>
                <a:schemeClr val="dk1"/>
              </a:buClr>
              <a:buSzPts val="5600"/>
              <a:buNone/>
              <a:defRPr sz="5600">
                <a:solidFill>
                  <a:schemeClr val="dk1"/>
                </a:solidFill>
              </a:defRPr>
            </a:lvl8pPr>
            <a:lvl9pPr lvl="8">
              <a:spcBef>
                <a:spcPts val="0"/>
              </a:spcBef>
              <a:spcAft>
                <a:spcPts val="0"/>
              </a:spcAft>
              <a:buClr>
                <a:schemeClr val="dk1"/>
              </a:buClr>
              <a:buSzPts val="5600"/>
              <a:buNone/>
              <a:defRPr sz="5600">
                <a:solidFill>
                  <a:schemeClr val="dk1"/>
                </a:solidFill>
              </a:defRPr>
            </a:lvl9pPr>
          </a:lstStyle>
          <a:p/>
        </p:txBody>
      </p:sp>
      <p:sp>
        <p:nvSpPr>
          <p:cNvPr id="7" name="Google Shape;7;p1"/>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nSpc>
                <a:spcPct val="115000"/>
              </a:lnSpc>
              <a:spcBef>
                <a:spcPts val="0"/>
              </a:spcBef>
              <a:spcAft>
                <a:spcPts val="0"/>
              </a:spcAft>
              <a:buClr>
                <a:schemeClr val="dk2"/>
              </a:buClr>
              <a:buSzPts val="3600"/>
              <a:buChar char="●"/>
              <a:defRPr sz="3600">
                <a:solidFill>
                  <a:schemeClr val="dk2"/>
                </a:solidFill>
              </a:defRPr>
            </a:lvl1pPr>
            <a:lvl2pPr indent="-406400" lvl="1" marL="914400">
              <a:lnSpc>
                <a:spcPct val="115000"/>
              </a:lnSpc>
              <a:spcBef>
                <a:spcPts val="0"/>
              </a:spcBef>
              <a:spcAft>
                <a:spcPts val="0"/>
              </a:spcAft>
              <a:buClr>
                <a:schemeClr val="dk2"/>
              </a:buClr>
              <a:buSzPts val="2800"/>
              <a:buChar char="○"/>
              <a:defRPr sz="2800">
                <a:solidFill>
                  <a:schemeClr val="dk2"/>
                </a:solidFill>
              </a:defRPr>
            </a:lvl2pPr>
            <a:lvl3pPr indent="-406400" lvl="2" marL="1371600">
              <a:lnSpc>
                <a:spcPct val="115000"/>
              </a:lnSpc>
              <a:spcBef>
                <a:spcPts val="0"/>
              </a:spcBef>
              <a:spcAft>
                <a:spcPts val="0"/>
              </a:spcAft>
              <a:buClr>
                <a:schemeClr val="dk2"/>
              </a:buClr>
              <a:buSzPts val="2800"/>
              <a:buChar char="■"/>
              <a:defRPr sz="2800">
                <a:solidFill>
                  <a:schemeClr val="dk2"/>
                </a:solidFill>
              </a:defRPr>
            </a:lvl3pPr>
            <a:lvl4pPr indent="-406400" lvl="3" marL="1828800">
              <a:lnSpc>
                <a:spcPct val="115000"/>
              </a:lnSpc>
              <a:spcBef>
                <a:spcPts val="0"/>
              </a:spcBef>
              <a:spcAft>
                <a:spcPts val="0"/>
              </a:spcAft>
              <a:buClr>
                <a:schemeClr val="dk2"/>
              </a:buClr>
              <a:buSzPts val="2800"/>
              <a:buChar char="●"/>
              <a:defRPr sz="2800">
                <a:solidFill>
                  <a:schemeClr val="dk2"/>
                </a:solidFill>
              </a:defRPr>
            </a:lvl4pPr>
            <a:lvl5pPr indent="-406400" lvl="4" marL="2286000">
              <a:lnSpc>
                <a:spcPct val="115000"/>
              </a:lnSpc>
              <a:spcBef>
                <a:spcPts val="0"/>
              </a:spcBef>
              <a:spcAft>
                <a:spcPts val="0"/>
              </a:spcAft>
              <a:buClr>
                <a:schemeClr val="dk2"/>
              </a:buClr>
              <a:buSzPts val="2800"/>
              <a:buChar char="○"/>
              <a:defRPr sz="2800">
                <a:solidFill>
                  <a:schemeClr val="dk2"/>
                </a:solidFill>
              </a:defRPr>
            </a:lvl5pPr>
            <a:lvl6pPr indent="-406400" lvl="5" marL="2743200">
              <a:lnSpc>
                <a:spcPct val="115000"/>
              </a:lnSpc>
              <a:spcBef>
                <a:spcPts val="0"/>
              </a:spcBef>
              <a:spcAft>
                <a:spcPts val="0"/>
              </a:spcAft>
              <a:buClr>
                <a:schemeClr val="dk2"/>
              </a:buClr>
              <a:buSzPts val="2800"/>
              <a:buChar char="■"/>
              <a:defRPr sz="2800">
                <a:solidFill>
                  <a:schemeClr val="dk2"/>
                </a:solidFill>
              </a:defRPr>
            </a:lvl6pPr>
            <a:lvl7pPr indent="-406400" lvl="6" marL="3200400">
              <a:lnSpc>
                <a:spcPct val="115000"/>
              </a:lnSpc>
              <a:spcBef>
                <a:spcPts val="0"/>
              </a:spcBef>
              <a:spcAft>
                <a:spcPts val="0"/>
              </a:spcAft>
              <a:buClr>
                <a:schemeClr val="dk2"/>
              </a:buClr>
              <a:buSzPts val="2800"/>
              <a:buChar char="●"/>
              <a:defRPr sz="2800">
                <a:solidFill>
                  <a:schemeClr val="dk2"/>
                </a:solidFill>
              </a:defRPr>
            </a:lvl7pPr>
            <a:lvl8pPr indent="-406400" lvl="7" marL="3657600">
              <a:lnSpc>
                <a:spcPct val="115000"/>
              </a:lnSpc>
              <a:spcBef>
                <a:spcPts val="0"/>
              </a:spcBef>
              <a:spcAft>
                <a:spcPts val="0"/>
              </a:spcAft>
              <a:buClr>
                <a:schemeClr val="dk2"/>
              </a:buClr>
              <a:buSzPts val="2800"/>
              <a:buChar char="○"/>
              <a:defRPr sz="2800">
                <a:solidFill>
                  <a:schemeClr val="dk2"/>
                </a:solidFill>
              </a:defRPr>
            </a:lvl8pPr>
            <a:lvl9pPr indent="-406400" lvl="8" marL="4114800">
              <a:lnSpc>
                <a:spcPct val="115000"/>
              </a:lnSpc>
              <a:spcBef>
                <a:spcPts val="0"/>
              </a:spcBef>
              <a:spcAft>
                <a:spcPts val="0"/>
              </a:spcAft>
              <a:buClr>
                <a:schemeClr val="dk2"/>
              </a:buClr>
              <a:buSzPts val="2800"/>
              <a:buChar char="■"/>
              <a:defRPr sz="2800">
                <a:solidFill>
                  <a:schemeClr val="dk2"/>
                </a:solidFill>
              </a:defRPr>
            </a:lvl9pPr>
          </a:lstStyle>
          <a:p/>
        </p:txBody>
      </p:sp>
      <p:sp>
        <p:nvSpPr>
          <p:cNvPr id="8" name="Google Shape;8;p1"/>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lvl="0" algn="r">
              <a:buNone/>
              <a:defRPr sz="2000">
                <a:solidFill>
                  <a:schemeClr val="dk2"/>
                </a:solidFill>
              </a:defRPr>
            </a:lvl1pPr>
            <a:lvl2pPr lvl="1" algn="r">
              <a:buNone/>
              <a:defRPr sz="2000">
                <a:solidFill>
                  <a:schemeClr val="dk2"/>
                </a:solidFill>
              </a:defRPr>
            </a:lvl2pPr>
            <a:lvl3pPr lvl="2" algn="r">
              <a:buNone/>
              <a:defRPr sz="2000">
                <a:solidFill>
                  <a:schemeClr val="dk2"/>
                </a:solidFill>
              </a:defRPr>
            </a:lvl3pPr>
            <a:lvl4pPr lvl="3" algn="r">
              <a:buNone/>
              <a:defRPr sz="2000">
                <a:solidFill>
                  <a:schemeClr val="dk2"/>
                </a:solidFill>
              </a:defRPr>
            </a:lvl4pPr>
            <a:lvl5pPr lvl="4" algn="r">
              <a:buNone/>
              <a:defRPr sz="2000">
                <a:solidFill>
                  <a:schemeClr val="dk2"/>
                </a:solidFill>
              </a:defRPr>
            </a:lvl5pPr>
            <a:lvl6pPr lvl="5" algn="r">
              <a:buNone/>
              <a:defRPr sz="2000">
                <a:solidFill>
                  <a:schemeClr val="dk2"/>
                </a:solidFill>
              </a:defRPr>
            </a:lvl6pPr>
            <a:lvl7pPr lvl="6" algn="r">
              <a:buNone/>
              <a:defRPr sz="2000">
                <a:solidFill>
                  <a:schemeClr val="dk2"/>
                </a:solidFill>
              </a:defRPr>
            </a:lvl7pPr>
            <a:lvl8pPr lvl="7" algn="r">
              <a:buNone/>
              <a:defRPr sz="2000">
                <a:solidFill>
                  <a:schemeClr val="dk2"/>
                </a:solidFill>
              </a:defRPr>
            </a:lvl8pPr>
            <a:lvl9pPr lvl="8" algn="r">
              <a:buNone/>
              <a:defRPr sz="2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2.png"/><Relationship Id="rId5"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jp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jp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www.youtube.com/watch?v=qtDMyGjYlMg" TargetMode="External"/><Relationship Id="rId4" Type="http://schemas.openxmlformats.org/officeDocument/2006/relationships/image" Target="../media/image1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7.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8.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4.jpg"/><Relationship Id="rId4" Type="http://schemas.openxmlformats.org/officeDocument/2006/relationships/image" Target="../media/image18.jpg"/><Relationship Id="rId5" Type="http://schemas.openxmlformats.org/officeDocument/2006/relationships/image" Target="../media/image17.jpg"/><Relationship Id="rId6" Type="http://schemas.openxmlformats.org/officeDocument/2006/relationships/image" Target="../media/image1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hyperlink" Target="http://www.youtube.com/watch?v=U9c5Fn2W2zQ" TargetMode="External"/><Relationship Id="rId4" Type="http://schemas.openxmlformats.org/officeDocument/2006/relationships/image" Target="../media/image1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hyperlink" Target="http://www.youtube.com/watch?v=ePDO5st8jv0" TargetMode="External"/><Relationship Id="rId4" Type="http://schemas.openxmlformats.org/officeDocument/2006/relationships/image" Target="../media/image2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png"/><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hyperlink" Target="http://www.youtube.com/watch?v=WYP9AGtLvRg" TargetMode="External"/><Relationship Id="rId4" Type="http://schemas.openxmlformats.org/officeDocument/2006/relationships/image" Target="../media/image13.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hyperlink" Target="http://www.youtube.com/watch?v=Ng-ht6tVrFI" TargetMode="External"/><Relationship Id="rId4" Type="http://schemas.openxmlformats.org/officeDocument/2006/relationships/image" Target="../media/image16.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hyperlink" Target="http://www.youtube.com/watch?v=ts_4vOUDImE" TargetMode="External"/><Relationship Id="rId4" Type="http://schemas.openxmlformats.org/officeDocument/2006/relationships/image" Target="../media/image19.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hyperlink" Target="http://www.youtube.com/watch?v=e2yYeTlAl5I" TargetMode="External"/><Relationship Id="rId4" Type="http://schemas.openxmlformats.org/officeDocument/2006/relationships/image" Target="../media/image20.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hyperlink" Target="http://www.youtube.com/watch?v=WRFsFPRQVKY" TargetMode="External"/><Relationship Id="rId4" Type="http://schemas.openxmlformats.org/officeDocument/2006/relationships/image" Target="../media/image31.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hyperlink" Target="http://www.youtube.com/watch?v=lV_APLrPOnE" TargetMode="External"/><Relationship Id="rId4" Type="http://schemas.openxmlformats.org/officeDocument/2006/relationships/image" Target="../media/image25.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hyperlink" Target="http://www.youtube.com/watch?v=VhVfLoKqS1o" TargetMode="External"/><Relationship Id="rId4" Type="http://schemas.openxmlformats.org/officeDocument/2006/relationships/image" Target="../media/image34.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hyperlink" Target="http://www.youtube.com/watch?v=4Xtog_zRRJg" TargetMode="External"/><Relationship Id="rId4" Type="http://schemas.openxmlformats.org/officeDocument/2006/relationships/image" Target="../media/image23.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hyperlink" Target="http://www.youtube.com/watch?v=VGa1imApfdg" TargetMode="External"/><Relationship Id="rId4" Type="http://schemas.openxmlformats.org/officeDocument/2006/relationships/image" Target="../media/image22.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4.png"/><Relationship Id="rId4" Type="http://schemas.openxmlformats.org/officeDocument/2006/relationships/image" Target="../media/image1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4.png"/><Relationship Id="rId4" Type="http://schemas.openxmlformats.org/officeDocument/2006/relationships/image" Target="../media/image12.png"/></Relationships>
</file>

<file path=ppt/slides/_rels/slide47.xml.rels><?xml version="1.0" encoding="UTF-8" standalone="yes"?><Relationships xmlns="http://schemas.openxmlformats.org/package/2006/relationships"><Relationship Id="rId11" Type="http://schemas.openxmlformats.org/officeDocument/2006/relationships/hyperlink" Target="http://www.youtube.com/watch?v=DwOpQHeWo4c" TargetMode="External"/><Relationship Id="rId10" Type="http://schemas.openxmlformats.org/officeDocument/2006/relationships/image" Target="../media/image26.jpg"/><Relationship Id="rId13" Type="http://schemas.openxmlformats.org/officeDocument/2006/relationships/hyperlink" Target="http://www.youtube.com/watch?v=YGSxAEYBBCw" TargetMode="External"/><Relationship Id="rId12" Type="http://schemas.openxmlformats.org/officeDocument/2006/relationships/image" Target="../media/image27.jpg"/><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4.png"/><Relationship Id="rId4" Type="http://schemas.openxmlformats.org/officeDocument/2006/relationships/image" Target="../media/image15.jpg"/><Relationship Id="rId9" Type="http://schemas.openxmlformats.org/officeDocument/2006/relationships/hyperlink" Target="http://www.youtube.com/watch?v=0izbOb7N73g" TargetMode="External"/><Relationship Id="rId15" Type="http://schemas.openxmlformats.org/officeDocument/2006/relationships/hyperlink" Target="http://www.youtube.com/watch?v=F_3JPLuqlpo" TargetMode="External"/><Relationship Id="rId14" Type="http://schemas.openxmlformats.org/officeDocument/2006/relationships/image" Target="../media/image32.jpg"/><Relationship Id="rId17" Type="http://schemas.openxmlformats.org/officeDocument/2006/relationships/hyperlink" Target="http://www.youtube.com/watch?v=s5iVbNCmAJg" TargetMode="External"/><Relationship Id="rId16" Type="http://schemas.openxmlformats.org/officeDocument/2006/relationships/image" Target="../media/image29.jpg"/><Relationship Id="rId5" Type="http://schemas.openxmlformats.org/officeDocument/2006/relationships/hyperlink" Target="http://www.youtube.com/watch?v=7xNZsu8SWxk" TargetMode="External"/><Relationship Id="rId6" Type="http://schemas.openxmlformats.org/officeDocument/2006/relationships/image" Target="../media/image28.jpg"/><Relationship Id="rId18" Type="http://schemas.openxmlformats.org/officeDocument/2006/relationships/image" Target="../media/image39.jpg"/><Relationship Id="rId7" Type="http://schemas.openxmlformats.org/officeDocument/2006/relationships/hyperlink" Target="http://www.youtube.com/watch?v=cQX-QXxwGvA" TargetMode="External"/><Relationship Id="rId8" Type="http://schemas.openxmlformats.org/officeDocument/2006/relationships/image" Target="../media/image30.jpg"/></Relationships>
</file>

<file path=ppt/slides/_rels/slide48.xml.rels><?xml version="1.0" encoding="UTF-8" standalone="yes"?><Relationships xmlns="http://schemas.openxmlformats.org/package/2006/relationships"><Relationship Id="rId20" Type="http://schemas.openxmlformats.org/officeDocument/2006/relationships/hyperlink" Target="http://www.youtube.com/watch?v=IYJlZRbvMEw" TargetMode="External"/><Relationship Id="rId22" Type="http://schemas.openxmlformats.org/officeDocument/2006/relationships/hyperlink" Target="http://www.youtube.com/watch?v=R3qPUTC9nH4" TargetMode="External"/><Relationship Id="rId21" Type="http://schemas.openxmlformats.org/officeDocument/2006/relationships/image" Target="../media/image47.jpg"/><Relationship Id="rId24" Type="http://schemas.openxmlformats.org/officeDocument/2006/relationships/hyperlink" Target="http://www.youtube.com/watch?v=vIr2LV2TCro" TargetMode="External"/><Relationship Id="rId23" Type="http://schemas.openxmlformats.org/officeDocument/2006/relationships/image" Target="../media/image37.jpg"/><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4.png"/><Relationship Id="rId4" Type="http://schemas.openxmlformats.org/officeDocument/2006/relationships/hyperlink" Target="http://www.youtube.com/watch?v=Ng-ht6tVrFI" TargetMode="External"/><Relationship Id="rId9" Type="http://schemas.openxmlformats.org/officeDocument/2006/relationships/image" Target="../media/image40.jpg"/><Relationship Id="rId25" Type="http://schemas.openxmlformats.org/officeDocument/2006/relationships/image" Target="../media/image43.jpg"/><Relationship Id="rId5" Type="http://schemas.openxmlformats.org/officeDocument/2006/relationships/image" Target="../media/image16.jpg"/><Relationship Id="rId6" Type="http://schemas.openxmlformats.org/officeDocument/2006/relationships/hyperlink" Target="http://www.youtube.com/watch?v=i10keN9gH3o" TargetMode="External"/><Relationship Id="rId7" Type="http://schemas.openxmlformats.org/officeDocument/2006/relationships/image" Target="../media/image33.jpg"/><Relationship Id="rId8" Type="http://schemas.openxmlformats.org/officeDocument/2006/relationships/hyperlink" Target="http://www.youtube.com/watch?v=3dbetDYfYMY" TargetMode="External"/><Relationship Id="rId11" Type="http://schemas.openxmlformats.org/officeDocument/2006/relationships/image" Target="../media/image46.jpg"/><Relationship Id="rId10" Type="http://schemas.openxmlformats.org/officeDocument/2006/relationships/hyperlink" Target="http://www.youtube.com/watch?v=prMM0H9psRs" TargetMode="External"/><Relationship Id="rId13" Type="http://schemas.openxmlformats.org/officeDocument/2006/relationships/image" Target="../media/image35.jpg"/><Relationship Id="rId12" Type="http://schemas.openxmlformats.org/officeDocument/2006/relationships/hyperlink" Target="http://www.youtube.com/watch?v=CVM7M1Hc9vA" TargetMode="External"/><Relationship Id="rId15" Type="http://schemas.openxmlformats.org/officeDocument/2006/relationships/image" Target="../media/image57.jpg"/><Relationship Id="rId14" Type="http://schemas.openxmlformats.org/officeDocument/2006/relationships/hyperlink" Target="http://www.youtube.com/watch?v=Noj_T7uPtN8" TargetMode="External"/><Relationship Id="rId17" Type="http://schemas.openxmlformats.org/officeDocument/2006/relationships/image" Target="../media/image42.jpg"/><Relationship Id="rId16" Type="http://schemas.openxmlformats.org/officeDocument/2006/relationships/hyperlink" Target="http://www.youtube.com/watch?v=y0q46r-IGyA" TargetMode="External"/><Relationship Id="rId19" Type="http://schemas.openxmlformats.org/officeDocument/2006/relationships/image" Target="../media/image38.jpg"/><Relationship Id="rId18" Type="http://schemas.openxmlformats.org/officeDocument/2006/relationships/hyperlink" Target="http://www.youtube.com/watch?v=b2K9T57XR_g" TargetMode="External"/></Relationships>
</file>

<file path=ppt/slides/_rels/slide49.xml.rels><?xml version="1.0" encoding="UTF-8" standalone="yes"?><Relationships xmlns="http://schemas.openxmlformats.org/package/2006/relationships"><Relationship Id="rId20" Type="http://schemas.openxmlformats.org/officeDocument/2006/relationships/hyperlink" Target="http://www.youtube.com/watch?v=Hso1YkdmcHA" TargetMode="External"/><Relationship Id="rId22" Type="http://schemas.openxmlformats.org/officeDocument/2006/relationships/hyperlink" Target="http://www.youtube.com/watch?v=WoGh0-RlrI8" TargetMode="External"/><Relationship Id="rId21" Type="http://schemas.openxmlformats.org/officeDocument/2006/relationships/image" Target="../media/image59.jpg"/><Relationship Id="rId24" Type="http://schemas.openxmlformats.org/officeDocument/2006/relationships/hyperlink" Target="http://www.youtube.com/watch?v=7qjIcK-cvbg" TargetMode="External"/><Relationship Id="rId23" Type="http://schemas.openxmlformats.org/officeDocument/2006/relationships/image" Target="../media/image51.jpg"/><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4.png"/><Relationship Id="rId4" Type="http://schemas.openxmlformats.org/officeDocument/2006/relationships/hyperlink" Target="http://www.youtube.com/watch?v=qtDMyGjYlMg" TargetMode="External"/><Relationship Id="rId9" Type="http://schemas.openxmlformats.org/officeDocument/2006/relationships/image" Target="../media/image44.jpg"/><Relationship Id="rId26" Type="http://schemas.openxmlformats.org/officeDocument/2006/relationships/hyperlink" Target="http://www.youtube.com/watch?v=VZnsrFkwWf4" TargetMode="External"/><Relationship Id="rId25" Type="http://schemas.openxmlformats.org/officeDocument/2006/relationships/image" Target="../media/image49.jpg"/><Relationship Id="rId28" Type="http://schemas.openxmlformats.org/officeDocument/2006/relationships/hyperlink" Target="http://www.youtube.com/watch?v=78mNZeDaMtk" TargetMode="External"/><Relationship Id="rId27" Type="http://schemas.openxmlformats.org/officeDocument/2006/relationships/image" Target="../media/image56.jpg"/><Relationship Id="rId5" Type="http://schemas.openxmlformats.org/officeDocument/2006/relationships/image" Target="../media/image11.jpg"/><Relationship Id="rId6" Type="http://schemas.openxmlformats.org/officeDocument/2006/relationships/hyperlink" Target="http://www.youtube.com/watch?v=UUkVuXiEA9k" TargetMode="External"/><Relationship Id="rId29" Type="http://schemas.openxmlformats.org/officeDocument/2006/relationships/image" Target="../media/image63.jpg"/><Relationship Id="rId7" Type="http://schemas.openxmlformats.org/officeDocument/2006/relationships/image" Target="../media/image41.jpg"/><Relationship Id="rId8" Type="http://schemas.openxmlformats.org/officeDocument/2006/relationships/hyperlink" Target="http://www.youtube.com/watch?v=15UziDTI1Ak" TargetMode="External"/><Relationship Id="rId11" Type="http://schemas.openxmlformats.org/officeDocument/2006/relationships/image" Target="../media/image66.jpg"/><Relationship Id="rId10" Type="http://schemas.openxmlformats.org/officeDocument/2006/relationships/hyperlink" Target="http://www.youtube.com/watch?v=5newTxSZ9bU" TargetMode="External"/><Relationship Id="rId13" Type="http://schemas.openxmlformats.org/officeDocument/2006/relationships/image" Target="../media/image65.jpg"/><Relationship Id="rId12" Type="http://schemas.openxmlformats.org/officeDocument/2006/relationships/hyperlink" Target="http://www.youtube.com/watch?v=avHnr3tFJNs" TargetMode="External"/><Relationship Id="rId15" Type="http://schemas.openxmlformats.org/officeDocument/2006/relationships/image" Target="../media/image89.png"/><Relationship Id="rId14" Type="http://schemas.openxmlformats.org/officeDocument/2006/relationships/hyperlink" Target="https://vimeo.com/469402388" TargetMode="External"/><Relationship Id="rId17" Type="http://schemas.openxmlformats.org/officeDocument/2006/relationships/image" Target="../media/image67.jpg"/><Relationship Id="rId16" Type="http://schemas.openxmlformats.org/officeDocument/2006/relationships/hyperlink" Target="http://www.youtube.com/watch?v=FZO3wXS5Tgs" TargetMode="External"/><Relationship Id="rId19" Type="http://schemas.openxmlformats.org/officeDocument/2006/relationships/image" Target="../media/image45.jpg"/><Relationship Id="rId18" Type="http://schemas.openxmlformats.org/officeDocument/2006/relationships/hyperlink" Target="http://www.youtube.com/watch?v=G393z8s8nFY" TargetMode="External"/></Relationships>
</file>

<file path=ppt/slides/_rels/slide50.xml.rels><?xml version="1.0" encoding="UTF-8" standalone="yes"?><Relationships xmlns="http://schemas.openxmlformats.org/package/2006/relationships"><Relationship Id="rId20" Type="http://schemas.openxmlformats.org/officeDocument/2006/relationships/hyperlink" Target="http://www.youtube.com/watch?v=XTKu8MhUnx0" TargetMode="External"/><Relationship Id="rId22" Type="http://schemas.openxmlformats.org/officeDocument/2006/relationships/hyperlink" Target="http://www.youtube.com/watch?v=BkyaqWYS_MM" TargetMode="External"/><Relationship Id="rId21" Type="http://schemas.openxmlformats.org/officeDocument/2006/relationships/image" Target="../media/image64.jpg"/><Relationship Id="rId24" Type="http://schemas.openxmlformats.org/officeDocument/2006/relationships/hyperlink" Target="http://www.youtube.com/watch?v=VPemXZatDQA" TargetMode="External"/><Relationship Id="rId23" Type="http://schemas.openxmlformats.org/officeDocument/2006/relationships/image" Target="../media/image61.jpg"/><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4.png"/><Relationship Id="rId4" Type="http://schemas.openxmlformats.org/officeDocument/2006/relationships/hyperlink" Target="http://www.youtube.com/watch?v=e2yYeTlAl5I" TargetMode="External"/><Relationship Id="rId9" Type="http://schemas.openxmlformats.org/officeDocument/2006/relationships/image" Target="../media/image40.jpg"/><Relationship Id="rId25" Type="http://schemas.openxmlformats.org/officeDocument/2006/relationships/image" Target="../media/image62.jpg"/><Relationship Id="rId5" Type="http://schemas.openxmlformats.org/officeDocument/2006/relationships/image" Target="../media/image20.jpg"/><Relationship Id="rId6" Type="http://schemas.openxmlformats.org/officeDocument/2006/relationships/hyperlink" Target="http://www.youtube.com/watch?v=tiDSsf9InWk" TargetMode="External"/><Relationship Id="rId7" Type="http://schemas.openxmlformats.org/officeDocument/2006/relationships/image" Target="../media/image54.jpg"/><Relationship Id="rId8" Type="http://schemas.openxmlformats.org/officeDocument/2006/relationships/hyperlink" Target="http://www.youtube.com/watch?v=3dbetDYfYMY" TargetMode="External"/><Relationship Id="rId11" Type="http://schemas.openxmlformats.org/officeDocument/2006/relationships/image" Target="../media/image58.jpg"/><Relationship Id="rId10" Type="http://schemas.openxmlformats.org/officeDocument/2006/relationships/hyperlink" Target="http://www.youtube.com/watch?v=4j2UkSs-cSo" TargetMode="External"/><Relationship Id="rId13" Type="http://schemas.openxmlformats.org/officeDocument/2006/relationships/image" Target="../media/image52.jpg"/><Relationship Id="rId12" Type="http://schemas.openxmlformats.org/officeDocument/2006/relationships/hyperlink" Target="http://www.youtube.com/watch?v=YnWPueJnD9I" TargetMode="External"/><Relationship Id="rId15" Type="http://schemas.openxmlformats.org/officeDocument/2006/relationships/image" Target="../media/image55.jpg"/><Relationship Id="rId14" Type="http://schemas.openxmlformats.org/officeDocument/2006/relationships/hyperlink" Target="http://www.youtube.com/watch?v=5sxP2cBA8OA" TargetMode="External"/><Relationship Id="rId17" Type="http://schemas.openxmlformats.org/officeDocument/2006/relationships/image" Target="../media/image50.jpg"/><Relationship Id="rId16" Type="http://schemas.openxmlformats.org/officeDocument/2006/relationships/hyperlink" Target="http://www.youtube.com/watch?v=pLIEDZJ6paU" TargetMode="External"/><Relationship Id="rId19" Type="http://schemas.openxmlformats.org/officeDocument/2006/relationships/image" Target="../media/image53.jpg"/><Relationship Id="rId18" Type="http://schemas.openxmlformats.org/officeDocument/2006/relationships/hyperlink" Target="http://www.youtube.com/watch?v=Q50E6dvvHc8" TargetMode="External"/></Relationships>
</file>

<file path=ppt/slides/_rels/slide51.xml.rels><?xml version="1.0" encoding="UTF-8" standalone="yes"?><Relationships xmlns="http://schemas.openxmlformats.org/package/2006/relationships"><Relationship Id="rId20" Type="http://schemas.openxmlformats.org/officeDocument/2006/relationships/hyperlink" Target="http://www.youtube.com/watch?v=-r_2a064dWY" TargetMode="External"/><Relationship Id="rId22" Type="http://schemas.openxmlformats.org/officeDocument/2006/relationships/hyperlink" Target="http://www.youtube.com/watch?v=DZ83RadEOy8" TargetMode="External"/><Relationship Id="rId21" Type="http://schemas.openxmlformats.org/officeDocument/2006/relationships/image" Target="../media/image74.jpg"/><Relationship Id="rId24" Type="http://schemas.openxmlformats.org/officeDocument/2006/relationships/hyperlink" Target="http://www.youtube.com/watch?v=iUwmNlKa5Nc" TargetMode="External"/><Relationship Id="rId23" Type="http://schemas.openxmlformats.org/officeDocument/2006/relationships/image" Target="../media/image70.jpg"/><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4.png"/><Relationship Id="rId4" Type="http://schemas.openxmlformats.org/officeDocument/2006/relationships/hyperlink" Target="http://www.youtube.com/watch?v=VhVfLoKqS1o" TargetMode="External"/><Relationship Id="rId9" Type="http://schemas.openxmlformats.org/officeDocument/2006/relationships/image" Target="../media/image60.jpg"/><Relationship Id="rId26" Type="http://schemas.openxmlformats.org/officeDocument/2006/relationships/hyperlink" Target="http://www.youtube.com/watch?v=YTNyUIBa_mk" TargetMode="External"/><Relationship Id="rId25" Type="http://schemas.openxmlformats.org/officeDocument/2006/relationships/image" Target="../media/image75.jpg"/><Relationship Id="rId28" Type="http://schemas.openxmlformats.org/officeDocument/2006/relationships/image" Target="../media/image88.png"/><Relationship Id="rId27" Type="http://schemas.openxmlformats.org/officeDocument/2006/relationships/image" Target="../media/image86.jpg"/><Relationship Id="rId5" Type="http://schemas.openxmlformats.org/officeDocument/2006/relationships/image" Target="../media/image34.jpg"/><Relationship Id="rId6" Type="http://schemas.openxmlformats.org/officeDocument/2006/relationships/hyperlink" Target="http://www.youtube.com/watch?v=0Zr-9DNe8QA" TargetMode="External"/><Relationship Id="rId7" Type="http://schemas.openxmlformats.org/officeDocument/2006/relationships/image" Target="../media/image68.jpg"/><Relationship Id="rId8" Type="http://schemas.openxmlformats.org/officeDocument/2006/relationships/hyperlink" Target="http://www.youtube.com/watch?v=bF0aGiDx8oc" TargetMode="External"/><Relationship Id="rId11" Type="http://schemas.openxmlformats.org/officeDocument/2006/relationships/image" Target="../media/image79.jpg"/><Relationship Id="rId10" Type="http://schemas.openxmlformats.org/officeDocument/2006/relationships/hyperlink" Target="http://www.youtube.com/watch?v=iSAmHA_hjuw" TargetMode="External"/><Relationship Id="rId13" Type="http://schemas.openxmlformats.org/officeDocument/2006/relationships/image" Target="../media/image69.jpg"/><Relationship Id="rId12" Type="http://schemas.openxmlformats.org/officeDocument/2006/relationships/hyperlink" Target="http://www.youtube.com/watch?v=qcSHtBgAB6o" TargetMode="External"/><Relationship Id="rId15" Type="http://schemas.openxmlformats.org/officeDocument/2006/relationships/image" Target="../media/image72.jpg"/><Relationship Id="rId14" Type="http://schemas.openxmlformats.org/officeDocument/2006/relationships/hyperlink" Target="http://www.youtube.com/watch?v=PJGgMzJb8qc" TargetMode="External"/><Relationship Id="rId17" Type="http://schemas.openxmlformats.org/officeDocument/2006/relationships/image" Target="../media/image73.jpg"/><Relationship Id="rId16" Type="http://schemas.openxmlformats.org/officeDocument/2006/relationships/hyperlink" Target="http://www.youtube.com/watch?v=BaNWYga2IuQ" TargetMode="External"/><Relationship Id="rId19" Type="http://schemas.openxmlformats.org/officeDocument/2006/relationships/image" Target="../media/image84.jpg"/><Relationship Id="rId18" Type="http://schemas.openxmlformats.org/officeDocument/2006/relationships/hyperlink" Target="http://www.youtube.com/watch?v=QFQvvxjL3LU" TargetMode="External"/></Relationships>
</file>

<file path=ppt/slides/_rels/slide52.xml.rels><?xml version="1.0" encoding="UTF-8" standalone="yes"?><Relationships xmlns="http://schemas.openxmlformats.org/package/2006/relationships"><Relationship Id="rId20" Type="http://schemas.openxmlformats.org/officeDocument/2006/relationships/hyperlink" Target="http://www.youtube.com/watch?v=tupGoZkC8d4" TargetMode="External"/><Relationship Id="rId22" Type="http://schemas.openxmlformats.org/officeDocument/2006/relationships/hyperlink" Target="http://www.youtube.com/watch?v=Xwc22EK8qE0" TargetMode="External"/><Relationship Id="rId21" Type="http://schemas.openxmlformats.org/officeDocument/2006/relationships/image" Target="../media/image87.jpg"/><Relationship Id="rId24" Type="http://schemas.openxmlformats.org/officeDocument/2006/relationships/hyperlink" Target="http://www.youtube.com/watch?v=kdDvwt3L3iA" TargetMode="External"/><Relationship Id="rId23" Type="http://schemas.openxmlformats.org/officeDocument/2006/relationships/image" Target="../media/image85.jpg"/><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4.png"/><Relationship Id="rId4" Type="http://schemas.openxmlformats.org/officeDocument/2006/relationships/hyperlink" Target="http://www.youtube.com/watch?v=4Xtog_zRRJg" TargetMode="External"/><Relationship Id="rId9" Type="http://schemas.openxmlformats.org/officeDocument/2006/relationships/image" Target="../media/image82.jpg"/><Relationship Id="rId25" Type="http://schemas.openxmlformats.org/officeDocument/2006/relationships/image" Target="../media/image81.jpg"/><Relationship Id="rId5" Type="http://schemas.openxmlformats.org/officeDocument/2006/relationships/image" Target="../media/image23.jpg"/><Relationship Id="rId6" Type="http://schemas.openxmlformats.org/officeDocument/2006/relationships/hyperlink" Target="http://www.youtube.com/watch?v=pcXTnyCmQbg" TargetMode="External"/><Relationship Id="rId7" Type="http://schemas.openxmlformats.org/officeDocument/2006/relationships/image" Target="../media/image83.jpg"/><Relationship Id="rId8" Type="http://schemas.openxmlformats.org/officeDocument/2006/relationships/hyperlink" Target="http://www.youtube.com/watch?v=Yozld_MNv3Q" TargetMode="External"/><Relationship Id="rId11" Type="http://schemas.openxmlformats.org/officeDocument/2006/relationships/image" Target="../media/image80.jpg"/><Relationship Id="rId10" Type="http://schemas.openxmlformats.org/officeDocument/2006/relationships/hyperlink" Target="http://www.youtube.com/watch?v=Hr6RqGg6ExE" TargetMode="External"/><Relationship Id="rId13" Type="http://schemas.openxmlformats.org/officeDocument/2006/relationships/image" Target="../media/image71.jpg"/><Relationship Id="rId12" Type="http://schemas.openxmlformats.org/officeDocument/2006/relationships/hyperlink" Target="http://www.youtube.com/watch?v=RgMQfP9kkgU" TargetMode="External"/><Relationship Id="rId15" Type="http://schemas.openxmlformats.org/officeDocument/2006/relationships/image" Target="../media/image76.jpg"/><Relationship Id="rId14" Type="http://schemas.openxmlformats.org/officeDocument/2006/relationships/hyperlink" Target="http://www.youtube.com/watch?v=RQVaoU4CGRk" TargetMode="External"/><Relationship Id="rId17" Type="http://schemas.openxmlformats.org/officeDocument/2006/relationships/image" Target="../media/image77.jpg"/><Relationship Id="rId16" Type="http://schemas.openxmlformats.org/officeDocument/2006/relationships/hyperlink" Target="http://www.youtube.com/watch?v=Bl7xl3IiAqE" TargetMode="External"/><Relationship Id="rId19" Type="http://schemas.openxmlformats.org/officeDocument/2006/relationships/image" Target="../media/image78.jpg"/><Relationship Id="rId18" Type="http://schemas.openxmlformats.org/officeDocument/2006/relationships/hyperlink" Target="http://www.youtube.com/watch?v=HQJMzTpckPo"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3" name="Shape 53"/>
        <p:cNvGrpSpPr/>
        <p:nvPr/>
      </p:nvGrpSpPr>
      <p:grpSpPr>
        <a:xfrm>
          <a:off x="0" y="0"/>
          <a:ext cx="0" cy="0"/>
          <a:chOff x="0" y="0"/>
          <a:chExt cx="0" cy="0"/>
        </a:xfrm>
      </p:grpSpPr>
      <p:pic>
        <p:nvPicPr>
          <p:cNvPr id="54" name="Google Shape;54;p13"/>
          <p:cNvPicPr preferRelativeResize="0"/>
          <p:nvPr/>
        </p:nvPicPr>
        <p:blipFill rotWithShape="1">
          <a:blip r:embed="rId3">
            <a:alphaModFix/>
          </a:blip>
          <a:srcRect b="50" l="0" r="0" t="40"/>
          <a:stretch/>
        </p:blipFill>
        <p:spPr>
          <a:xfrm>
            <a:off x="3731700" y="513075"/>
            <a:ext cx="14190423" cy="12284951"/>
          </a:xfrm>
          <a:prstGeom prst="rect">
            <a:avLst/>
          </a:prstGeom>
          <a:noFill/>
          <a:ln>
            <a:noFill/>
          </a:ln>
        </p:spPr>
      </p:pic>
      <p:sp>
        <p:nvSpPr>
          <p:cNvPr id="55" name="Google Shape;55;p13"/>
          <p:cNvSpPr txBox="1"/>
          <p:nvPr/>
        </p:nvSpPr>
        <p:spPr>
          <a:xfrm>
            <a:off x="13700125" y="7672700"/>
            <a:ext cx="4052400" cy="1342800"/>
          </a:xfrm>
          <a:prstGeom prst="rect">
            <a:avLst/>
          </a:prstGeom>
          <a:noFill/>
          <a:ln>
            <a:noFill/>
          </a:ln>
        </p:spPr>
        <p:txBody>
          <a:bodyPr anchorCtr="0" anchor="t" bIns="182850" lIns="182850" spcFirstLastPara="1" rIns="182850" wrap="square" tIns="182850">
            <a:noAutofit/>
          </a:bodyPr>
          <a:lstStyle/>
          <a:p>
            <a:pPr indent="0" lvl="0" marL="0" rtl="0" algn="l">
              <a:lnSpc>
                <a:spcPct val="140000"/>
              </a:lnSpc>
              <a:spcBef>
                <a:spcPts val="0"/>
              </a:spcBef>
              <a:spcAft>
                <a:spcPts val="0"/>
              </a:spcAft>
              <a:buClr>
                <a:schemeClr val="dk1"/>
              </a:buClr>
              <a:buSzPts val="1200"/>
              <a:buFont typeface="Arial"/>
              <a:buNone/>
            </a:pPr>
            <a:r>
              <a:rPr lang="en" sz="1200">
                <a:solidFill>
                  <a:srgbClr val="EBEBEB"/>
                </a:solidFill>
                <a:latin typeface="Inter"/>
                <a:ea typeface="Inter"/>
                <a:cs typeface="Inter"/>
                <a:sym typeface="Inter"/>
              </a:rPr>
              <a:t>Cодержание настоящего </a:t>
            </a:r>
            <a:br>
              <a:rPr lang="en" sz="1200">
                <a:solidFill>
                  <a:srgbClr val="EBEBEB"/>
                </a:solidFill>
                <a:latin typeface="Inter"/>
                <a:ea typeface="Inter"/>
                <a:cs typeface="Inter"/>
                <a:sym typeface="Inter"/>
              </a:rPr>
            </a:br>
            <a:r>
              <a:rPr lang="en" sz="1200">
                <a:solidFill>
                  <a:srgbClr val="EBEBEB"/>
                </a:solidFill>
                <a:latin typeface="Inter"/>
                <a:ea typeface="Inter"/>
                <a:cs typeface="Inter"/>
                <a:sym typeface="Inter"/>
              </a:rPr>
              <a:t>документа является </a:t>
            </a:r>
            <a:br>
              <a:rPr lang="en" sz="1200">
                <a:solidFill>
                  <a:srgbClr val="EBEBEB"/>
                </a:solidFill>
                <a:latin typeface="Inter"/>
                <a:ea typeface="Inter"/>
                <a:cs typeface="Inter"/>
                <a:sym typeface="Inter"/>
              </a:rPr>
            </a:br>
            <a:r>
              <a:rPr lang="en" sz="1200">
                <a:solidFill>
                  <a:srgbClr val="EBEBEB"/>
                </a:solidFill>
                <a:latin typeface="Inter"/>
                <a:ea typeface="Inter"/>
                <a:cs typeface="Inter"/>
                <a:sym typeface="Inter"/>
              </a:rPr>
              <a:t>коммерческой тайной </a:t>
            </a:r>
            <a:endParaRPr sz="1200">
              <a:solidFill>
                <a:srgbClr val="EBEBEB"/>
              </a:solidFill>
              <a:latin typeface="Inter"/>
              <a:ea typeface="Inter"/>
              <a:cs typeface="Inter"/>
              <a:sym typeface="Inter"/>
            </a:endParaRPr>
          </a:p>
          <a:p>
            <a:pPr indent="0" lvl="0" marL="0" rtl="0" algn="l">
              <a:lnSpc>
                <a:spcPct val="140000"/>
              </a:lnSpc>
              <a:spcBef>
                <a:spcPts val="0"/>
              </a:spcBef>
              <a:spcAft>
                <a:spcPts val="0"/>
              </a:spcAft>
              <a:buClr>
                <a:schemeClr val="dk1"/>
              </a:buClr>
              <a:buSzPts val="1200"/>
              <a:buFont typeface="Arial"/>
              <a:buNone/>
            </a:pPr>
            <a:r>
              <a:rPr lang="en" sz="1200">
                <a:solidFill>
                  <a:srgbClr val="EBEBEB"/>
                </a:solidFill>
                <a:latin typeface="Inter"/>
                <a:ea typeface="Inter"/>
                <a:cs typeface="Inter"/>
                <a:sym typeface="Inter"/>
              </a:rPr>
              <a:t>Got Added Value LLC</a:t>
            </a:r>
            <a:endParaRPr sz="1200">
              <a:solidFill>
                <a:srgbClr val="EBEBEB"/>
              </a:solidFill>
              <a:latin typeface="Inter"/>
              <a:ea typeface="Inter"/>
              <a:cs typeface="Inter"/>
              <a:sym typeface="Inter"/>
            </a:endParaRPr>
          </a:p>
          <a:p>
            <a:pPr indent="0" lvl="0" marL="0" rtl="0" algn="l">
              <a:lnSpc>
                <a:spcPct val="140000"/>
              </a:lnSpc>
              <a:spcBef>
                <a:spcPts val="0"/>
              </a:spcBef>
              <a:spcAft>
                <a:spcPts val="0"/>
              </a:spcAft>
              <a:buClr>
                <a:srgbClr val="000000"/>
              </a:buClr>
              <a:buSzPts val="1200"/>
              <a:buFont typeface="Arial"/>
              <a:buNone/>
            </a:pPr>
            <a:r>
              <a:t/>
            </a:r>
            <a:endParaRPr sz="1200">
              <a:solidFill>
                <a:srgbClr val="EBEBEB"/>
              </a:solidFill>
              <a:latin typeface="Inter"/>
              <a:ea typeface="Inter"/>
              <a:cs typeface="Inter"/>
              <a:sym typeface="Inter"/>
            </a:endParaRPr>
          </a:p>
        </p:txBody>
      </p:sp>
      <p:pic>
        <p:nvPicPr>
          <p:cNvPr id="56" name="Google Shape;56;p13"/>
          <p:cNvPicPr preferRelativeResize="0"/>
          <p:nvPr/>
        </p:nvPicPr>
        <p:blipFill rotWithShape="1">
          <a:blip r:embed="rId4">
            <a:alphaModFix/>
          </a:blip>
          <a:srcRect b="0" l="0" r="0" t="0"/>
          <a:stretch/>
        </p:blipFill>
        <p:spPr>
          <a:xfrm>
            <a:off x="457200" y="3180751"/>
            <a:ext cx="6962360" cy="1342800"/>
          </a:xfrm>
          <a:prstGeom prst="rect">
            <a:avLst/>
          </a:prstGeom>
          <a:noFill/>
          <a:ln>
            <a:noFill/>
          </a:ln>
        </p:spPr>
      </p:pic>
      <p:sp>
        <p:nvSpPr>
          <p:cNvPr id="57" name="Google Shape;57;p13"/>
          <p:cNvSpPr txBox="1"/>
          <p:nvPr/>
        </p:nvSpPr>
        <p:spPr>
          <a:xfrm>
            <a:off x="307250" y="7587000"/>
            <a:ext cx="6057600" cy="22428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2000">
                <a:solidFill>
                  <a:srgbClr val="EBEBEB"/>
                </a:solidFill>
                <a:latin typeface="Inter"/>
                <a:ea typeface="Inter"/>
                <a:cs typeface="Inter"/>
                <a:sym typeface="Inter"/>
              </a:rPr>
              <a:t>18.03.26</a:t>
            </a:r>
            <a:endParaRPr sz="2000">
              <a:solidFill>
                <a:srgbClr val="EBEBEB"/>
              </a:solidFill>
              <a:latin typeface="Inter"/>
              <a:ea typeface="Inter"/>
              <a:cs typeface="Inter"/>
              <a:sym typeface="Inter"/>
            </a:endParaRPr>
          </a:p>
        </p:txBody>
      </p:sp>
      <p:sp>
        <p:nvSpPr>
          <p:cNvPr id="58" name="Google Shape;58;p13"/>
          <p:cNvSpPr txBox="1"/>
          <p:nvPr/>
        </p:nvSpPr>
        <p:spPr>
          <a:xfrm>
            <a:off x="7064650" y="7587000"/>
            <a:ext cx="6057600" cy="22428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None/>
            </a:pPr>
            <a:r>
              <a:rPr lang="en" sz="2000">
                <a:solidFill>
                  <a:srgbClr val="EBEBEB"/>
                </a:solidFill>
                <a:latin typeface="Inter"/>
                <a:ea typeface="Inter"/>
                <a:cs typeface="Inter"/>
                <a:sym typeface="Inter"/>
              </a:rPr>
              <a:t>Перестаньте молиться на идеи</a:t>
            </a:r>
            <a:endParaRPr sz="2000">
              <a:solidFill>
                <a:srgbClr val="EBEBEB"/>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2" name="Shape 62"/>
        <p:cNvGrpSpPr/>
        <p:nvPr/>
      </p:nvGrpSpPr>
      <p:grpSpPr>
        <a:xfrm>
          <a:off x="0" y="0"/>
          <a:ext cx="0" cy="0"/>
          <a:chOff x="0" y="0"/>
          <a:chExt cx="0" cy="0"/>
        </a:xfrm>
      </p:grpSpPr>
      <p:pic>
        <p:nvPicPr>
          <p:cNvPr id="63" name="Google Shape;63;p14"/>
          <p:cNvPicPr preferRelativeResize="0"/>
          <p:nvPr/>
        </p:nvPicPr>
        <p:blipFill>
          <a:blip r:embed="rId3">
            <a:alphaModFix/>
          </a:blip>
          <a:stretch>
            <a:fillRect/>
          </a:stretch>
        </p:blipFill>
        <p:spPr>
          <a:xfrm rot="10800000">
            <a:off x="0" y="-25800"/>
            <a:ext cx="18288000" cy="10408875"/>
          </a:xfrm>
          <a:prstGeom prst="rect">
            <a:avLst/>
          </a:prstGeom>
          <a:noFill/>
          <a:ln>
            <a:noFill/>
          </a:ln>
        </p:spPr>
      </p:pic>
      <p:sp>
        <p:nvSpPr>
          <p:cNvPr id="64" name="Google Shape;64;p14"/>
          <p:cNvSpPr txBox="1"/>
          <p:nvPr/>
        </p:nvSpPr>
        <p:spPr>
          <a:xfrm>
            <a:off x="240150" y="0"/>
            <a:ext cx="16743300" cy="32244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9200">
                <a:solidFill>
                  <a:schemeClr val="lt2"/>
                </a:solidFill>
                <a:latin typeface="Inter Medium"/>
                <a:ea typeface="Inter Medium"/>
                <a:cs typeface="Inter Medium"/>
                <a:sym typeface="Inter Medium"/>
              </a:rPr>
              <a:t>Перестаньте</a:t>
            </a:r>
            <a:endParaRPr sz="9200">
              <a:solidFill>
                <a:schemeClr val="lt2"/>
              </a:solidFill>
              <a:latin typeface="Inter Medium"/>
              <a:ea typeface="Inter Medium"/>
              <a:cs typeface="Inter Medium"/>
              <a:sym typeface="Inter Medium"/>
            </a:endParaRPr>
          </a:p>
          <a:p>
            <a:pPr indent="0" lvl="0" marL="0" rtl="0" algn="l">
              <a:spcBef>
                <a:spcPts val="0"/>
              </a:spcBef>
              <a:spcAft>
                <a:spcPts val="0"/>
              </a:spcAft>
              <a:buNone/>
            </a:pPr>
            <a:r>
              <a:rPr lang="en" sz="9200">
                <a:solidFill>
                  <a:schemeClr val="lt2"/>
                </a:solidFill>
                <a:latin typeface="Inter Medium"/>
                <a:ea typeface="Inter Medium"/>
                <a:cs typeface="Inter Medium"/>
                <a:sym typeface="Inter Medium"/>
              </a:rPr>
              <a:t>молиться на идеи</a:t>
            </a:r>
            <a:endParaRPr sz="9200">
              <a:solidFill>
                <a:schemeClr val="lt2"/>
              </a:solidFill>
              <a:latin typeface="Inter Medium"/>
              <a:ea typeface="Inter Medium"/>
              <a:cs typeface="Inter Medium"/>
              <a:sym typeface="Inter Medium"/>
            </a:endParaRPr>
          </a:p>
        </p:txBody>
      </p:sp>
      <p:pic>
        <p:nvPicPr>
          <p:cNvPr id="65" name="Google Shape;65;p14"/>
          <p:cNvPicPr preferRelativeResize="0"/>
          <p:nvPr/>
        </p:nvPicPr>
        <p:blipFill rotWithShape="1">
          <a:blip r:embed="rId4">
            <a:alphaModFix/>
          </a:blip>
          <a:srcRect b="0" l="0" r="0" t="0"/>
          <a:stretch/>
        </p:blipFill>
        <p:spPr>
          <a:xfrm>
            <a:off x="16302800" y="9535099"/>
            <a:ext cx="1528003" cy="294700"/>
          </a:xfrm>
          <a:prstGeom prst="rect">
            <a:avLst/>
          </a:prstGeom>
          <a:noFill/>
          <a:ln>
            <a:noFill/>
          </a:ln>
        </p:spPr>
      </p:pic>
      <p:sp>
        <p:nvSpPr>
          <p:cNvPr id="66" name="Google Shape;66;p14"/>
          <p:cNvSpPr/>
          <p:nvPr/>
        </p:nvSpPr>
        <p:spPr>
          <a:xfrm>
            <a:off x="17332200" y="457200"/>
            <a:ext cx="498600" cy="498600"/>
          </a:xfrm>
          <a:prstGeom prst="ellipse">
            <a:avLst/>
          </a:prstGeom>
          <a:solidFill>
            <a:srgbClr val="EBEBEB"/>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sp>
        <p:nvSpPr>
          <p:cNvPr id="67" name="Google Shape;67;p14"/>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chemeClr val="dk1"/>
                </a:solidFill>
                <a:latin typeface="Inter"/>
                <a:ea typeface="Inter"/>
                <a:cs typeface="Inter"/>
                <a:sym typeface="Inter"/>
              </a:rPr>
              <a:t>‹#›</a:t>
            </a:fld>
            <a:endParaRPr sz="1800">
              <a:solidFill>
                <a:schemeClr val="dk1"/>
              </a:solidFill>
              <a:latin typeface="Inter"/>
              <a:ea typeface="Inter"/>
              <a:cs typeface="Inter"/>
              <a:sym typeface="Inter"/>
            </a:endParaRPr>
          </a:p>
        </p:txBody>
      </p:sp>
      <p:pic>
        <p:nvPicPr>
          <p:cNvPr id="68" name="Google Shape;68;p14"/>
          <p:cNvPicPr preferRelativeResize="0"/>
          <p:nvPr/>
        </p:nvPicPr>
        <p:blipFill rotWithShape="1">
          <a:blip r:embed="rId5">
            <a:alphaModFix/>
          </a:blip>
          <a:srcRect b="50" l="0" r="0" t="40"/>
          <a:stretch/>
        </p:blipFill>
        <p:spPr>
          <a:xfrm rot="5400000">
            <a:off x="182792" y="4530959"/>
            <a:ext cx="5978049" cy="517533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2" name="Shape 72"/>
        <p:cNvGrpSpPr/>
        <p:nvPr/>
      </p:nvGrpSpPr>
      <p:grpSpPr>
        <a:xfrm>
          <a:off x="0" y="0"/>
          <a:ext cx="0" cy="0"/>
          <a:chOff x="0" y="0"/>
          <a:chExt cx="0" cy="0"/>
        </a:xfrm>
      </p:grpSpPr>
      <p:pic>
        <p:nvPicPr>
          <p:cNvPr id="73" name="Google Shape;73;p15"/>
          <p:cNvPicPr preferRelativeResize="0"/>
          <p:nvPr/>
        </p:nvPicPr>
        <p:blipFill>
          <a:blip r:embed="rId3">
            <a:alphaModFix/>
          </a:blip>
          <a:stretch>
            <a:fillRect/>
          </a:stretch>
        </p:blipFill>
        <p:spPr>
          <a:xfrm rot="5400000">
            <a:off x="-407811" y="899587"/>
            <a:ext cx="9706573" cy="8410649"/>
          </a:xfrm>
          <a:prstGeom prst="rect">
            <a:avLst/>
          </a:prstGeom>
          <a:noFill/>
          <a:ln>
            <a:noFill/>
          </a:ln>
        </p:spPr>
      </p:pic>
      <p:pic>
        <p:nvPicPr>
          <p:cNvPr id="74" name="Google Shape;74;p15"/>
          <p:cNvPicPr preferRelativeResize="0"/>
          <p:nvPr/>
        </p:nvPicPr>
        <p:blipFill rotWithShape="1">
          <a:blip r:embed="rId4">
            <a:alphaModFix/>
          </a:blip>
          <a:srcRect b="0" l="0" r="0" t="0"/>
          <a:stretch/>
        </p:blipFill>
        <p:spPr>
          <a:xfrm>
            <a:off x="16302800" y="9535099"/>
            <a:ext cx="1528003" cy="294700"/>
          </a:xfrm>
          <a:prstGeom prst="rect">
            <a:avLst/>
          </a:prstGeom>
          <a:noFill/>
          <a:ln>
            <a:noFill/>
          </a:ln>
        </p:spPr>
      </p:pic>
      <p:sp>
        <p:nvSpPr>
          <p:cNvPr id="75" name="Google Shape;75;p15"/>
          <p:cNvSpPr/>
          <p:nvPr/>
        </p:nvSpPr>
        <p:spPr>
          <a:xfrm>
            <a:off x="17332200" y="457200"/>
            <a:ext cx="498600" cy="498600"/>
          </a:xfrm>
          <a:prstGeom prst="ellipse">
            <a:avLst/>
          </a:prstGeom>
          <a:solidFill>
            <a:srgbClr val="EBEBEB"/>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sp>
        <p:nvSpPr>
          <p:cNvPr id="76" name="Google Shape;76;p15"/>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chemeClr val="dk1"/>
                </a:solidFill>
                <a:latin typeface="Inter"/>
                <a:ea typeface="Inter"/>
                <a:cs typeface="Inter"/>
                <a:sym typeface="Inter"/>
              </a:rPr>
              <a:t>‹#›</a:t>
            </a:fld>
            <a:endParaRPr sz="1800">
              <a:solidFill>
                <a:schemeClr val="dk1"/>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80" name="Shape 80"/>
        <p:cNvGrpSpPr/>
        <p:nvPr/>
      </p:nvGrpSpPr>
      <p:grpSpPr>
        <a:xfrm>
          <a:off x="0" y="0"/>
          <a:ext cx="0" cy="0"/>
          <a:chOff x="0" y="0"/>
          <a:chExt cx="0" cy="0"/>
        </a:xfrm>
      </p:grpSpPr>
      <p:sp>
        <p:nvSpPr>
          <p:cNvPr id="81" name="Google Shape;81;p16"/>
          <p:cNvSpPr txBox="1"/>
          <p:nvPr/>
        </p:nvSpPr>
        <p:spPr>
          <a:xfrm>
            <a:off x="240150" y="0"/>
            <a:ext cx="16931400" cy="91440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11700">
                <a:solidFill>
                  <a:schemeClr val="dk1"/>
                </a:solidFill>
                <a:latin typeface="Inter Medium"/>
                <a:ea typeface="Inter Medium"/>
                <a:cs typeface="Inter Medium"/>
                <a:sym typeface="Inter Medium"/>
              </a:rPr>
              <a:t>Что такое </a:t>
            </a:r>
            <a:endParaRPr sz="117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11700">
                <a:solidFill>
                  <a:schemeClr val="dk1"/>
                </a:solidFill>
                <a:latin typeface="Inter Medium"/>
                <a:ea typeface="Inter Medium"/>
                <a:cs typeface="Inter Medium"/>
                <a:sym typeface="Inter Medium"/>
              </a:rPr>
              <a:t>креативное </a:t>
            </a:r>
            <a:endParaRPr sz="117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11700">
                <a:solidFill>
                  <a:schemeClr val="dk1"/>
                </a:solidFill>
                <a:latin typeface="Inter Medium"/>
                <a:ea typeface="Inter Medium"/>
                <a:cs typeface="Inter Medium"/>
                <a:sym typeface="Inter Medium"/>
              </a:rPr>
              <a:t>решение? </a:t>
            </a:r>
            <a:endParaRPr sz="11700">
              <a:solidFill>
                <a:schemeClr val="dk1"/>
              </a:solidFill>
              <a:latin typeface="Inter Medium"/>
              <a:ea typeface="Inter Medium"/>
              <a:cs typeface="Inter Medium"/>
              <a:sym typeface="Inter Medium"/>
            </a:endParaRPr>
          </a:p>
        </p:txBody>
      </p:sp>
      <p:pic>
        <p:nvPicPr>
          <p:cNvPr id="82" name="Google Shape;82;p16"/>
          <p:cNvPicPr preferRelativeResize="0"/>
          <p:nvPr/>
        </p:nvPicPr>
        <p:blipFill>
          <a:blip r:embed="rId3">
            <a:alphaModFix/>
          </a:blip>
          <a:stretch>
            <a:fillRect/>
          </a:stretch>
        </p:blipFill>
        <p:spPr>
          <a:xfrm>
            <a:off x="16302800" y="9535099"/>
            <a:ext cx="1528003" cy="294700"/>
          </a:xfrm>
          <a:prstGeom prst="rect">
            <a:avLst/>
          </a:prstGeom>
          <a:noFill/>
          <a:ln>
            <a:noFill/>
          </a:ln>
        </p:spPr>
      </p:pic>
      <p:sp>
        <p:nvSpPr>
          <p:cNvPr id="83" name="Google Shape;83;p16"/>
          <p:cNvSpPr/>
          <p:nvPr/>
        </p:nvSpPr>
        <p:spPr>
          <a:xfrm>
            <a:off x="17332200" y="457200"/>
            <a:ext cx="498600" cy="49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sp>
        <p:nvSpPr>
          <p:cNvPr id="84" name="Google Shape;84;p16"/>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pic>
        <p:nvPicPr>
          <p:cNvPr id="85" name="Google Shape;85;p16"/>
          <p:cNvPicPr preferRelativeResize="0"/>
          <p:nvPr/>
        </p:nvPicPr>
        <p:blipFill rotWithShape="1">
          <a:blip r:embed="rId4">
            <a:alphaModFix/>
          </a:blip>
          <a:srcRect b="0" l="40" r="50" t="0"/>
          <a:stretch/>
        </p:blipFill>
        <p:spPr>
          <a:xfrm rot="5400000">
            <a:off x="16092925" y="7165125"/>
            <a:ext cx="1947751" cy="16876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89" name="Shape 89"/>
        <p:cNvGrpSpPr/>
        <p:nvPr/>
      </p:nvGrpSpPr>
      <p:grpSpPr>
        <a:xfrm>
          <a:off x="0" y="0"/>
          <a:ext cx="0" cy="0"/>
          <a:chOff x="0" y="0"/>
          <a:chExt cx="0" cy="0"/>
        </a:xfrm>
      </p:grpSpPr>
      <p:sp>
        <p:nvSpPr>
          <p:cNvPr id="90" name="Google Shape;90;p17"/>
          <p:cNvSpPr txBox="1"/>
          <p:nvPr/>
        </p:nvSpPr>
        <p:spPr>
          <a:xfrm>
            <a:off x="240150" y="0"/>
            <a:ext cx="16931400" cy="91440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11700">
                <a:solidFill>
                  <a:schemeClr val="dk1"/>
                </a:solidFill>
                <a:latin typeface="Inter Medium"/>
                <a:ea typeface="Inter Medium"/>
                <a:cs typeface="Inter Medium"/>
                <a:sym typeface="Inter Medium"/>
              </a:rPr>
              <a:t>Креативное решение </a:t>
            </a:r>
            <a:endParaRPr sz="117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11700">
                <a:solidFill>
                  <a:schemeClr val="dk1"/>
                </a:solidFill>
                <a:latin typeface="Inter Medium"/>
                <a:ea typeface="Inter Medium"/>
                <a:cs typeface="Inter Medium"/>
                <a:sym typeface="Inter Medium"/>
              </a:rPr>
              <a:t>Это когда вы </a:t>
            </a:r>
            <a:endParaRPr sz="117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11700">
                <a:solidFill>
                  <a:schemeClr val="dk1"/>
                </a:solidFill>
                <a:latin typeface="Inter Medium"/>
                <a:ea typeface="Inter Medium"/>
                <a:cs typeface="Inter Medium"/>
                <a:sym typeface="Inter Medium"/>
              </a:rPr>
              <a:t>решаете задачу так, как ее еще никто </a:t>
            </a:r>
            <a:endParaRPr sz="117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11700">
                <a:solidFill>
                  <a:schemeClr val="dk1"/>
                </a:solidFill>
                <a:latin typeface="Inter Medium"/>
                <a:ea typeface="Inter Medium"/>
                <a:cs typeface="Inter Medium"/>
                <a:sym typeface="Inter Medium"/>
              </a:rPr>
              <a:t>не решал.</a:t>
            </a:r>
            <a:endParaRPr sz="11700">
              <a:solidFill>
                <a:schemeClr val="dk1"/>
              </a:solidFill>
              <a:latin typeface="Inter Medium"/>
              <a:ea typeface="Inter Medium"/>
              <a:cs typeface="Inter Medium"/>
              <a:sym typeface="Inter Medium"/>
            </a:endParaRPr>
          </a:p>
          <a:p>
            <a:pPr indent="0" lvl="0" marL="0" rtl="0" algn="l">
              <a:spcBef>
                <a:spcPts val="0"/>
              </a:spcBef>
              <a:spcAft>
                <a:spcPts val="0"/>
              </a:spcAft>
              <a:buNone/>
            </a:pPr>
            <a:r>
              <a:t/>
            </a:r>
            <a:endParaRPr sz="11700">
              <a:solidFill>
                <a:schemeClr val="dk1"/>
              </a:solidFill>
              <a:latin typeface="Inter Medium"/>
              <a:ea typeface="Inter Medium"/>
              <a:cs typeface="Inter Medium"/>
              <a:sym typeface="Inter Medium"/>
            </a:endParaRPr>
          </a:p>
          <a:p>
            <a:pPr indent="0" lvl="0" marL="0" rtl="0" algn="l">
              <a:spcBef>
                <a:spcPts val="0"/>
              </a:spcBef>
              <a:spcAft>
                <a:spcPts val="0"/>
              </a:spcAft>
              <a:buNone/>
            </a:pPr>
            <a:r>
              <a:t/>
            </a:r>
            <a:endParaRPr sz="11700">
              <a:solidFill>
                <a:schemeClr val="dk1"/>
              </a:solidFill>
              <a:latin typeface="Inter Medium"/>
              <a:ea typeface="Inter Medium"/>
              <a:cs typeface="Inter Medium"/>
              <a:sym typeface="Inter Medium"/>
            </a:endParaRPr>
          </a:p>
        </p:txBody>
      </p:sp>
      <p:pic>
        <p:nvPicPr>
          <p:cNvPr id="91" name="Google Shape;91;p17"/>
          <p:cNvPicPr preferRelativeResize="0"/>
          <p:nvPr/>
        </p:nvPicPr>
        <p:blipFill>
          <a:blip r:embed="rId3">
            <a:alphaModFix/>
          </a:blip>
          <a:stretch>
            <a:fillRect/>
          </a:stretch>
        </p:blipFill>
        <p:spPr>
          <a:xfrm>
            <a:off x="16302800" y="9535099"/>
            <a:ext cx="1528003" cy="294700"/>
          </a:xfrm>
          <a:prstGeom prst="rect">
            <a:avLst/>
          </a:prstGeom>
          <a:noFill/>
          <a:ln>
            <a:noFill/>
          </a:ln>
        </p:spPr>
      </p:pic>
      <p:sp>
        <p:nvSpPr>
          <p:cNvPr id="92" name="Google Shape;92;p17"/>
          <p:cNvSpPr/>
          <p:nvPr/>
        </p:nvSpPr>
        <p:spPr>
          <a:xfrm>
            <a:off x="17332200" y="457200"/>
            <a:ext cx="498600" cy="49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sp>
        <p:nvSpPr>
          <p:cNvPr id="93" name="Google Shape;93;p17"/>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pic>
        <p:nvPicPr>
          <p:cNvPr id="94" name="Google Shape;94;p17"/>
          <p:cNvPicPr preferRelativeResize="0"/>
          <p:nvPr/>
        </p:nvPicPr>
        <p:blipFill rotWithShape="1">
          <a:blip r:embed="rId4">
            <a:alphaModFix/>
          </a:blip>
          <a:srcRect b="0" l="40" r="50" t="0"/>
          <a:stretch/>
        </p:blipFill>
        <p:spPr>
          <a:xfrm rot="5400000">
            <a:off x="16092925" y="7165125"/>
            <a:ext cx="1947751" cy="16876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98" name="Shape 98"/>
        <p:cNvGrpSpPr/>
        <p:nvPr/>
      </p:nvGrpSpPr>
      <p:grpSpPr>
        <a:xfrm>
          <a:off x="0" y="0"/>
          <a:ext cx="0" cy="0"/>
          <a:chOff x="0" y="0"/>
          <a:chExt cx="0" cy="0"/>
        </a:xfrm>
      </p:grpSpPr>
      <p:sp>
        <p:nvSpPr>
          <p:cNvPr id="99" name="Google Shape;99;p18"/>
          <p:cNvSpPr txBox="1"/>
          <p:nvPr/>
        </p:nvSpPr>
        <p:spPr>
          <a:xfrm>
            <a:off x="240150" y="0"/>
            <a:ext cx="6662100" cy="29886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7000">
                <a:solidFill>
                  <a:schemeClr val="dk1"/>
                </a:solidFill>
                <a:latin typeface="Inter Medium"/>
                <a:ea typeface="Inter Medium"/>
                <a:cs typeface="Inter Medium"/>
                <a:sym typeface="Inter Medium"/>
              </a:rPr>
              <a:t>Никто </a:t>
            </a:r>
            <a:endParaRPr sz="70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7000">
                <a:solidFill>
                  <a:schemeClr val="dk1"/>
                </a:solidFill>
                <a:latin typeface="Inter Medium"/>
                <a:ea typeface="Inter Medium"/>
                <a:cs typeface="Inter Medium"/>
                <a:sym typeface="Inter Medium"/>
              </a:rPr>
              <a:t>не решал </a:t>
            </a:r>
            <a:endParaRPr sz="70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7000">
                <a:solidFill>
                  <a:schemeClr val="dk1"/>
                </a:solidFill>
                <a:latin typeface="Inter Medium"/>
                <a:ea typeface="Inter Medium"/>
                <a:cs typeface="Inter Medium"/>
                <a:sym typeface="Inter Medium"/>
              </a:rPr>
              <a:t>в рамках чего? </a:t>
            </a:r>
            <a:endParaRPr sz="7000">
              <a:solidFill>
                <a:schemeClr val="dk1"/>
              </a:solidFill>
              <a:latin typeface="Inter Medium"/>
              <a:ea typeface="Inter Medium"/>
              <a:cs typeface="Inter Medium"/>
              <a:sym typeface="Inter Medium"/>
            </a:endParaRPr>
          </a:p>
        </p:txBody>
      </p:sp>
      <p:pic>
        <p:nvPicPr>
          <p:cNvPr id="100" name="Google Shape;100;p18"/>
          <p:cNvPicPr preferRelativeResize="0"/>
          <p:nvPr/>
        </p:nvPicPr>
        <p:blipFill>
          <a:blip r:embed="rId3">
            <a:alphaModFix/>
          </a:blip>
          <a:stretch>
            <a:fillRect/>
          </a:stretch>
        </p:blipFill>
        <p:spPr>
          <a:xfrm>
            <a:off x="8028850" y="556475"/>
            <a:ext cx="9533674" cy="4580874"/>
          </a:xfrm>
          <a:prstGeom prst="rect">
            <a:avLst/>
          </a:prstGeom>
          <a:noFill/>
          <a:ln>
            <a:noFill/>
          </a:ln>
        </p:spPr>
      </p:pic>
      <p:pic>
        <p:nvPicPr>
          <p:cNvPr id="101" name="Google Shape;101;p18"/>
          <p:cNvPicPr preferRelativeResize="0"/>
          <p:nvPr/>
        </p:nvPicPr>
        <p:blipFill>
          <a:blip r:embed="rId4">
            <a:alphaModFix/>
          </a:blip>
          <a:stretch>
            <a:fillRect/>
          </a:stretch>
        </p:blipFill>
        <p:spPr>
          <a:xfrm>
            <a:off x="16302800" y="9535099"/>
            <a:ext cx="1528003" cy="294700"/>
          </a:xfrm>
          <a:prstGeom prst="rect">
            <a:avLst/>
          </a:prstGeom>
          <a:noFill/>
          <a:ln>
            <a:noFill/>
          </a:ln>
        </p:spPr>
      </p:pic>
      <p:sp>
        <p:nvSpPr>
          <p:cNvPr id="102" name="Google Shape;102;p18"/>
          <p:cNvSpPr/>
          <p:nvPr/>
        </p:nvSpPr>
        <p:spPr>
          <a:xfrm>
            <a:off x="17332200" y="457200"/>
            <a:ext cx="498600" cy="49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sp>
        <p:nvSpPr>
          <p:cNvPr id="103" name="Google Shape;103;p18"/>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cxnSp>
        <p:nvCxnSpPr>
          <p:cNvPr id="104" name="Google Shape;104;p18"/>
          <p:cNvCxnSpPr/>
          <p:nvPr/>
        </p:nvCxnSpPr>
        <p:spPr>
          <a:xfrm>
            <a:off x="7244938" y="556475"/>
            <a:ext cx="0" cy="9229500"/>
          </a:xfrm>
          <a:prstGeom prst="straightConnector1">
            <a:avLst/>
          </a:prstGeom>
          <a:noFill/>
          <a:ln cap="flat" cmpd="sng" w="9525">
            <a:solidFill>
              <a:schemeClr val="dk1"/>
            </a:solidFill>
            <a:prstDash val="solid"/>
            <a:round/>
            <a:headEnd len="med" w="med" type="none"/>
            <a:tailEnd len="med" w="med" type="none"/>
          </a:ln>
        </p:spPr>
      </p:cxnSp>
      <p:sp>
        <p:nvSpPr>
          <p:cNvPr id="105" name="Google Shape;105;p18"/>
          <p:cNvSpPr txBox="1"/>
          <p:nvPr/>
        </p:nvSpPr>
        <p:spPr>
          <a:xfrm>
            <a:off x="307250" y="7587000"/>
            <a:ext cx="6057600" cy="2242800"/>
          </a:xfrm>
          <a:prstGeom prst="rect">
            <a:avLst/>
          </a:prstGeom>
          <a:noFill/>
          <a:ln>
            <a:noFill/>
          </a:ln>
        </p:spPr>
        <p:txBody>
          <a:bodyPr anchorCtr="0" anchor="b" bIns="182850" lIns="182850" spcFirstLastPara="1" rIns="182850" wrap="square" tIns="182850">
            <a:noAutofit/>
          </a:bodyPr>
          <a:lstStyle/>
          <a:p>
            <a:pPr indent="0" lvl="0" marL="0" rtl="0" algn="l">
              <a:spcBef>
                <a:spcPts val="0"/>
              </a:spcBef>
              <a:spcAft>
                <a:spcPts val="0"/>
              </a:spcAft>
              <a:buNone/>
            </a:pPr>
            <a:r>
              <a:t/>
            </a:r>
            <a:endParaRPr sz="2000">
              <a:solidFill>
                <a:schemeClr val="dk1"/>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09" name="Shape 109"/>
        <p:cNvGrpSpPr/>
        <p:nvPr/>
      </p:nvGrpSpPr>
      <p:grpSpPr>
        <a:xfrm>
          <a:off x="0" y="0"/>
          <a:ext cx="0" cy="0"/>
          <a:chOff x="0" y="0"/>
          <a:chExt cx="0" cy="0"/>
        </a:xfrm>
      </p:grpSpPr>
      <p:pic>
        <p:nvPicPr>
          <p:cNvPr id="110" name="Google Shape;110;p19"/>
          <p:cNvPicPr preferRelativeResize="0"/>
          <p:nvPr/>
        </p:nvPicPr>
        <p:blipFill rotWithShape="1">
          <a:blip r:embed="rId3">
            <a:alphaModFix/>
          </a:blip>
          <a:srcRect b="0" l="0" r="0" t="0"/>
          <a:stretch/>
        </p:blipFill>
        <p:spPr>
          <a:xfrm>
            <a:off x="16302800" y="9535099"/>
            <a:ext cx="1528003" cy="294700"/>
          </a:xfrm>
          <a:prstGeom prst="rect">
            <a:avLst/>
          </a:prstGeom>
          <a:noFill/>
          <a:ln>
            <a:noFill/>
          </a:ln>
        </p:spPr>
      </p:pic>
      <p:sp>
        <p:nvSpPr>
          <p:cNvPr id="111" name="Google Shape;111;p19"/>
          <p:cNvSpPr/>
          <p:nvPr/>
        </p:nvSpPr>
        <p:spPr>
          <a:xfrm>
            <a:off x="17332200" y="457200"/>
            <a:ext cx="498600" cy="498600"/>
          </a:xfrm>
          <a:prstGeom prst="ellipse">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solidFill>
                <a:srgbClr val="EBEBEB"/>
              </a:solidFill>
            </a:endParaRPr>
          </a:p>
        </p:txBody>
      </p:sp>
      <p:sp>
        <p:nvSpPr>
          <p:cNvPr id="112" name="Google Shape;112;p19"/>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sp>
        <p:nvSpPr>
          <p:cNvPr id="113" name="Google Shape;113;p19"/>
          <p:cNvSpPr/>
          <p:nvPr/>
        </p:nvSpPr>
        <p:spPr>
          <a:xfrm>
            <a:off x="8272819" y="4268201"/>
            <a:ext cx="1742400" cy="1742400"/>
          </a:xfrm>
          <a:prstGeom prst="ellipse">
            <a:avLst/>
          </a:prstGeom>
          <a:solidFill>
            <a:schemeClr val="accent2"/>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19"/>
          <p:cNvSpPr txBox="1"/>
          <p:nvPr/>
        </p:nvSpPr>
        <p:spPr>
          <a:xfrm>
            <a:off x="8358250" y="4652956"/>
            <a:ext cx="1607400" cy="9729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0"/>
              </a:spcBef>
              <a:spcAft>
                <a:spcPts val="0"/>
              </a:spcAft>
              <a:buNone/>
            </a:pPr>
            <a:r>
              <a:rPr lang="en" sz="1800">
                <a:solidFill>
                  <a:schemeClr val="lt2"/>
                </a:solidFill>
                <a:latin typeface="Inter"/>
                <a:ea typeface="Inter"/>
                <a:cs typeface="Inter"/>
                <a:sym typeface="Inter"/>
              </a:rPr>
              <a:t>моего опыта</a:t>
            </a:r>
            <a:endParaRPr sz="1800">
              <a:solidFill>
                <a:schemeClr val="lt2"/>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18" name="Shape 118"/>
        <p:cNvGrpSpPr/>
        <p:nvPr/>
      </p:nvGrpSpPr>
      <p:grpSpPr>
        <a:xfrm>
          <a:off x="0" y="0"/>
          <a:ext cx="0" cy="0"/>
          <a:chOff x="0" y="0"/>
          <a:chExt cx="0" cy="0"/>
        </a:xfrm>
      </p:grpSpPr>
      <p:pic>
        <p:nvPicPr>
          <p:cNvPr id="119" name="Google Shape;119;p20"/>
          <p:cNvPicPr preferRelativeResize="0"/>
          <p:nvPr/>
        </p:nvPicPr>
        <p:blipFill rotWithShape="1">
          <a:blip r:embed="rId3">
            <a:alphaModFix/>
          </a:blip>
          <a:srcRect b="0" l="0" r="0" t="0"/>
          <a:stretch/>
        </p:blipFill>
        <p:spPr>
          <a:xfrm>
            <a:off x="16302800" y="9535099"/>
            <a:ext cx="1528003" cy="294700"/>
          </a:xfrm>
          <a:prstGeom prst="rect">
            <a:avLst/>
          </a:prstGeom>
          <a:noFill/>
          <a:ln>
            <a:noFill/>
          </a:ln>
        </p:spPr>
      </p:pic>
      <p:sp>
        <p:nvSpPr>
          <p:cNvPr id="120" name="Google Shape;120;p20"/>
          <p:cNvSpPr/>
          <p:nvPr/>
        </p:nvSpPr>
        <p:spPr>
          <a:xfrm>
            <a:off x="17332200" y="457200"/>
            <a:ext cx="498600" cy="498600"/>
          </a:xfrm>
          <a:prstGeom prst="ellipse">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solidFill>
                <a:srgbClr val="EBEBEB"/>
              </a:solidFill>
            </a:endParaRPr>
          </a:p>
        </p:txBody>
      </p:sp>
      <p:sp>
        <p:nvSpPr>
          <p:cNvPr id="121" name="Google Shape;121;p20"/>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sp>
        <p:nvSpPr>
          <p:cNvPr id="122" name="Google Shape;122;p20"/>
          <p:cNvSpPr/>
          <p:nvPr/>
        </p:nvSpPr>
        <p:spPr>
          <a:xfrm>
            <a:off x="7599450" y="3576950"/>
            <a:ext cx="3125100" cy="3125100"/>
          </a:xfrm>
          <a:prstGeom prst="ellipse">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 name="Google Shape;123;p20"/>
          <p:cNvSpPr/>
          <p:nvPr/>
        </p:nvSpPr>
        <p:spPr>
          <a:xfrm>
            <a:off x="8272819" y="4268201"/>
            <a:ext cx="1742400" cy="1742400"/>
          </a:xfrm>
          <a:prstGeom prst="ellipse">
            <a:avLst/>
          </a:prstGeom>
          <a:solidFill>
            <a:schemeClr val="accent2"/>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 name="Google Shape;124;p20"/>
          <p:cNvSpPr txBox="1"/>
          <p:nvPr/>
        </p:nvSpPr>
        <p:spPr>
          <a:xfrm>
            <a:off x="8358245" y="5943591"/>
            <a:ext cx="1607400" cy="6096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0"/>
              </a:spcBef>
              <a:spcAft>
                <a:spcPts val="0"/>
              </a:spcAft>
              <a:buNone/>
            </a:pPr>
            <a:r>
              <a:rPr lang="en" sz="1800">
                <a:solidFill>
                  <a:schemeClr val="accent2"/>
                </a:solidFill>
                <a:latin typeface="Inter"/>
                <a:ea typeface="Inter"/>
                <a:cs typeface="Inter"/>
                <a:sym typeface="Inter"/>
              </a:rPr>
              <a:t>агентства</a:t>
            </a:r>
            <a:endParaRPr sz="1800">
              <a:solidFill>
                <a:schemeClr val="accent2"/>
              </a:solidFill>
              <a:latin typeface="Inter"/>
              <a:ea typeface="Inter"/>
              <a:cs typeface="Inter"/>
              <a:sym typeface="Inter"/>
            </a:endParaRPr>
          </a:p>
        </p:txBody>
      </p:sp>
      <p:sp>
        <p:nvSpPr>
          <p:cNvPr id="125" name="Google Shape;125;p20"/>
          <p:cNvSpPr txBox="1"/>
          <p:nvPr/>
        </p:nvSpPr>
        <p:spPr>
          <a:xfrm>
            <a:off x="8358250" y="4652956"/>
            <a:ext cx="1607400" cy="9729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0"/>
              </a:spcBef>
              <a:spcAft>
                <a:spcPts val="0"/>
              </a:spcAft>
              <a:buNone/>
            </a:pPr>
            <a:r>
              <a:rPr lang="en" sz="1800">
                <a:solidFill>
                  <a:schemeClr val="lt2"/>
                </a:solidFill>
                <a:latin typeface="Inter"/>
                <a:ea typeface="Inter"/>
                <a:cs typeface="Inter"/>
                <a:sym typeface="Inter"/>
              </a:rPr>
              <a:t>моего опыта</a:t>
            </a:r>
            <a:endParaRPr sz="1800">
              <a:solidFill>
                <a:schemeClr val="lt2"/>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29" name="Shape 129"/>
        <p:cNvGrpSpPr/>
        <p:nvPr/>
      </p:nvGrpSpPr>
      <p:grpSpPr>
        <a:xfrm>
          <a:off x="0" y="0"/>
          <a:ext cx="0" cy="0"/>
          <a:chOff x="0" y="0"/>
          <a:chExt cx="0" cy="0"/>
        </a:xfrm>
      </p:grpSpPr>
      <p:pic>
        <p:nvPicPr>
          <p:cNvPr id="130" name="Google Shape;130;p21"/>
          <p:cNvPicPr preferRelativeResize="0"/>
          <p:nvPr/>
        </p:nvPicPr>
        <p:blipFill rotWithShape="1">
          <a:blip r:embed="rId3">
            <a:alphaModFix/>
          </a:blip>
          <a:srcRect b="0" l="0" r="0" t="0"/>
          <a:stretch/>
        </p:blipFill>
        <p:spPr>
          <a:xfrm>
            <a:off x="16302800" y="9535099"/>
            <a:ext cx="1528003" cy="294700"/>
          </a:xfrm>
          <a:prstGeom prst="rect">
            <a:avLst/>
          </a:prstGeom>
          <a:noFill/>
          <a:ln>
            <a:noFill/>
          </a:ln>
        </p:spPr>
      </p:pic>
      <p:sp>
        <p:nvSpPr>
          <p:cNvPr id="131" name="Google Shape;131;p21"/>
          <p:cNvSpPr/>
          <p:nvPr/>
        </p:nvSpPr>
        <p:spPr>
          <a:xfrm>
            <a:off x="17332200" y="457200"/>
            <a:ext cx="498600" cy="498600"/>
          </a:xfrm>
          <a:prstGeom prst="ellipse">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solidFill>
                <a:srgbClr val="EBEBEB"/>
              </a:solidFill>
            </a:endParaRPr>
          </a:p>
        </p:txBody>
      </p:sp>
      <p:sp>
        <p:nvSpPr>
          <p:cNvPr id="132" name="Google Shape;132;p21"/>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sp>
        <p:nvSpPr>
          <p:cNvPr id="133" name="Google Shape;133;p21"/>
          <p:cNvSpPr/>
          <p:nvPr/>
        </p:nvSpPr>
        <p:spPr>
          <a:xfrm>
            <a:off x="6924200" y="2919650"/>
            <a:ext cx="4440000" cy="44397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 name="Google Shape;134;p21"/>
          <p:cNvSpPr/>
          <p:nvPr/>
        </p:nvSpPr>
        <p:spPr>
          <a:xfrm>
            <a:off x="7599450" y="3576950"/>
            <a:ext cx="3125100" cy="3125100"/>
          </a:xfrm>
          <a:prstGeom prst="ellipse">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1"/>
          <p:cNvSpPr/>
          <p:nvPr/>
        </p:nvSpPr>
        <p:spPr>
          <a:xfrm>
            <a:off x="8272819" y="4268201"/>
            <a:ext cx="1742400" cy="1742400"/>
          </a:xfrm>
          <a:prstGeom prst="ellipse">
            <a:avLst/>
          </a:prstGeom>
          <a:solidFill>
            <a:schemeClr val="accent2"/>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Google Shape;136;p21"/>
          <p:cNvSpPr txBox="1"/>
          <p:nvPr/>
        </p:nvSpPr>
        <p:spPr>
          <a:xfrm>
            <a:off x="8358245" y="6675516"/>
            <a:ext cx="1607400" cy="6096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0"/>
              </a:spcBef>
              <a:spcAft>
                <a:spcPts val="0"/>
              </a:spcAft>
              <a:buNone/>
            </a:pPr>
            <a:r>
              <a:rPr lang="en" sz="1800">
                <a:solidFill>
                  <a:schemeClr val="accent2"/>
                </a:solidFill>
                <a:latin typeface="Inter"/>
                <a:ea typeface="Inter"/>
                <a:cs typeface="Inter"/>
                <a:sym typeface="Inter"/>
              </a:rPr>
              <a:t>категории</a:t>
            </a:r>
            <a:endParaRPr sz="1800">
              <a:solidFill>
                <a:schemeClr val="accent2"/>
              </a:solidFill>
              <a:latin typeface="Inter"/>
              <a:ea typeface="Inter"/>
              <a:cs typeface="Inter"/>
              <a:sym typeface="Inter"/>
            </a:endParaRPr>
          </a:p>
        </p:txBody>
      </p:sp>
      <p:sp>
        <p:nvSpPr>
          <p:cNvPr id="137" name="Google Shape;137;p21"/>
          <p:cNvSpPr txBox="1"/>
          <p:nvPr/>
        </p:nvSpPr>
        <p:spPr>
          <a:xfrm>
            <a:off x="8358245" y="5943591"/>
            <a:ext cx="1607400" cy="6096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0"/>
              </a:spcBef>
              <a:spcAft>
                <a:spcPts val="0"/>
              </a:spcAft>
              <a:buNone/>
            </a:pPr>
            <a:r>
              <a:rPr lang="en" sz="1800">
                <a:solidFill>
                  <a:schemeClr val="accent2"/>
                </a:solidFill>
                <a:latin typeface="Inter"/>
                <a:ea typeface="Inter"/>
                <a:cs typeface="Inter"/>
                <a:sym typeface="Inter"/>
              </a:rPr>
              <a:t>агентства</a:t>
            </a:r>
            <a:endParaRPr sz="1800">
              <a:solidFill>
                <a:schemeClr val="accent2"/>
              </a:solidFill>
              <a:latin typeface="Inter"/>
              <a:ea typeface="Inter"/>
              <a:cs typeface="Inter"/>
              <a:sym typeface="Inter"/>
            </a:endParaRPr>
          </a:p>
        </p:txBody>
      </p:sp>
      <p:sp>
        <p:nvSpPr>
          <p:cNvPr id="138" name="Google Shape;138;p21"/>
          <p:cNvSpPr txBox="1"/>
          <p:nvPr/>
        </p:nvSpPr>
        <p:spPr>
          <a:xfrm>
            <a:off x="8358250" y="4652956"/>
            <a:ext cx="1607400" cy="9729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0"/>
              </a:spcBef>
              <a:spcAft>
                <a:spcPts val="0"/>
              </a:spcAft>
              <a:buNone/>
            </a:pPr>
            <a:r>
              <a:rPr lang="en" sz="1800">
                <a:solidFill>
                  <a:schemeClr val="lt2"/>
                </a:solidFill>
                <a:latin typeface="Inter"/>
                <a:ea typeface="Inter"/>
                <a:cs typeface="Inter"/>
                <a:sym typeface="Inter"/>
              </a:rPr>
              <a:t>моего опыта</a:t>
            </a:r>
            <a:endParaRPr sz="1800">
              <a:solidFill>
                <a:schemeClr val="lt2"/>
              </a:solidFill>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42" name="Shape 142"/>
        <p:cNvGrpSpPr/>
        <p:nvPr/>
      </p:nvGrpSpPr>
      <p:grpSpPr>
        <a:xfrm>
          <a:off x="0" y="0"/>
          <a:ext cx="0" cy="0"/>
          <a:chOff x="0" y="0"/>
          <a:chExt cx="0" cy="0"/>
        </a:xfrm>
      </p:grpSpPr>
      <p:pic>
        <p:nvPicPr>
          <p:cNvPr id="143" name="Google Shape;143;p22"/>
          <p:cNvPicPr preferRelativeResize="0"/>
          <p:nvPr/>
        </p:nvPicPr>
        <p:blipFill rotWithShape="1">
          <a:blip r:embed="rId3">
            <a:alphaModFix/>
          </a:blip>
          <a:srcRect b="0" l="0" r="0" t="0"/>
          <a:stretch/>
        </p:blipFill>
        <p:spPr>
          <a:xfrm>
            <a:off x="16302800" y="9535099"/>
            <a:ext cx="1528003" cy="294700"/>
          </a:xfrm>
          <a:prstGeom prst="rect">
            <a:avLst/>
          </a:prstGeom>
          <a:noFill/>
          <a:ln>
            <a:noFill/>
          </a:ln>
        </p:spPr>
      </p:pic>
      <p:sp>
        <p:nvSpPr>
          <p:cNvPr id="144" name="Google Shape;144;p22"/>
          <p:cNvSpPr/>
          <p:nvPr/>
        </p:nvSpPr>
        <p:spPr>
          <a:xfrm>
            <a:off x="17332200" y="457200"/>
            <a:ext cx="498600" cy="498600"/>
          </a:xfrm>
          <a:prstGeom prst="ellipse">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solidFill>
                <a:srgbClr val="EBEBEB"/>
              </a:solidFill>
            </a:endParaRPr>
          </a:p>
        </p:txBody>
      </p:sp>
      <p:sp>
        <p:nvSpPr>
          <p:cNvPr id="145" name="Google Shape;145;p22"/>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sp>
        <p:nvSpPr>
          <p:cNvPr id="146" name="Google Shape;146;p22"/>
          <p:cNvSpPr/>
          <p:nvPr/>
        </p:nvSpPr>
        <p:spPr>
          <a:xfrm>
            <a:off x="6133450" y="2129025"/>
            <a:ext cx="6021000" cy="60210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 name="Google Shape;147;p22"/>
          <p:cNvSpPr/>
          <p:nvPr/>
        </p:nvSpPr>
        <p:spPr>
          <a:xfrm>
            <a:off x="6924200" y="2919650"/>
            <a:ext cx="4440000" cy="44397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 name="Google Shape;148;p22"/>
          <p:cNvSpPr/>
          <p:nvPr/>
        </p:nvSpPr>
        <p:spPr>
          <a:xfrm>
            <a:off x="7599450" y="3576950"/>
            <a:ext cx="3125100" cy="3125100"/>
          </a:xfrm>
          <a:prstGeom prst="ellipse">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 name="Google Shape;149;p22"/>
          <p:cNvSpPr/>
          <p:nvPr/>
        </p:nvSpPr>
        <p:spPr>
          <a:xfrm>
            <a:off x="8272819" y="4268201"/>
            <a:ext cx="1742400" cy="1742400"/>
          </a:xfrm>
          <a:prstGeom prst="ellipse">
            <a:avLst/>
          </a:prstGeom>
          <a:solidFill>
            <a:schemeClr val="accent2"/>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 name="Google Shape;150;p22"/>
          <p:cNvSpPr txBox="1"/>
          <p:nvPr/>
        </p:nvSpPr>
        <p:spPr>
          <a:xfrm>
            <a:off x="8358245" y="7407441"/>
            <a:ext cx="1607400" cy="6096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0"/>
              </a:spcBef>
              <a:spcAft>
                <a:spcPts val="0"/>
              </a:spcAft>
              <a:buNone/>
            </a:pPr>
            <a:r>
              <a:rPr lang="en" sz="1800">
                <a:solidFill>
                  <a:schemeClr val="accent2"/>
                </a:solidFill>
                <a:latin typeface="Inter"/>
                <a:ea typeface="Inter"/>
                <a:cs typeface="Inter"/>
                <a:sym typeface="Inter"/>
              </a:rPr>
              <a:t>рынка</a:t>
            </a:r>
            <a:endParaRPr sz="1800">
              <a:solidFill>
                <a:schemeClr val="accent2"/>
              </a:solidFill>
              <a:latin typeface="Inter"/>
              <a:ea typeface="Inter"/>
              <a:cs typeface="Inter"/>
              <a:sym typeface="Inter"/>
            </a:endParaRPr>
          </a:p>
        </p:txBody>
      </p:sp>
      <p:sp>
        <p:nvSpPr>
          <p:cNvPr id="151" name="Google Shape;151;p22"/>
          <p:cNvSpPr txBox="1"/>
          <p:nvPr/>
        </p:nvSpPr>
        <p:spPr>
          <a:xfrm>
            <a:off x="8358245" y="6675516"/>
            <a:ext cx="1607400" cy="6096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0"/>
              </a:spcBef>
              <a:spcAft>
                <a:spcPts val="0"/>
              </a:spcAft>
              <a:buNone/>
            </a:pPr>
            <a:r>
              <a:rPr lang="en" sz="1800">
                <a:solidFill>
                  <a:schemeClr val="accent2"/>
                </a:solidFill>
                <a:latin typeface="Inter"/>
                <a:ea typeface="Inter"/>
                <a:cs typeface="Inter"/>
                <a:sym typeface="Inter"/>
              </a:rPr>
              <a:t>категории</a:t>
            </a:r>
            <a:endParaRPr sz="1800">
              <a:solidFill>
                <a:schemeClr val="accent2"/>
              </a:solidFill>
              <a:latin typeface="Inter"/>
              <a:ea typeface="Inter"/>
              <a:cs typeface="Inter"/>
              <a:sym typeface="Inter"/>
            </a:endParaRPr>
          </a:p>
        </p:txBody>
      </p:sp>
      <p:sp>
        <p:nvSpPr>
          <p:cNvPr id="152" name="Google Shape;152;p22"/>
          <p:cNvSpPr txBox="1"/>
          <p:nvPr/>
        </p:nvSpPr>
        <p:spPr>
          <a:xfrm>
            <a:off x="8358245" y="5943591"/>
            <a:ext cx="1607400" cy="6096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0"/>
              </a:spcBef>
              <a:spcAft>
                <a:spcPts val="0"/>
              </a:spcAft>
              <a:buNone/>
            </a:pPr>
            <a:r>
              <a:rPr lang="en" sz="1800">
                <a:solidFill>
                  <a:schemeClr val="accent2"/>
                </a:solidFill>
                <a:latin typeface="Inter"/>
                <a:ea typeface="Inter"/>
                <a:cs typeface="Inter"/>
                <a:sym typeface="Inter"/>
              </a:rPr>
              <a:t>агентства</a:t>
            </a:r>
            <a:endParaRPr sz="1800">
              <a:solidFill>
                <a:schemeClr val="accent2"/>
              </a:solidFill>
              <a:latin typeface="Inter"/>
              <a:ea typeface="Inter"/>
              <a:cs typeface="Inter"/>
              <a:sym typeface="Inter"/>
            </a:endParaRPr>
          </a:p>
        </p:txBody>
      </p:sp>
      <p:sp>
        <p:nvSpPr>
          <p:cNvPr id="153" name="Google Shape;153;p22"/>
          <p:cNvSpPr txBox="1"/>
          <p:nvPr/>
        </p:nvSpPr>
        <p:spPr>
          <a:xfrm>
            <a:off x="8358250" y="4652956"/>
            <a:ext cx="1607400" cy="9729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0"/>
              </a:spcBef>
              <a:spcAft>
                <a:spcPts val="0"/>
              </a:spcAft>
              <a:buNone/>
            </a:pPr>
            <a:r>
              <a:rPr lang="en" sz="1800">
                <a:solidFill>
                  <a:schemeClr val="lt2"/>
                </a:solidFill>
                <a:latin typeface="Inter"/>
                <a:ea typeface="Inter"/>
                <a:cs typeface="Inter"/>
                <a:sym typeface="Inter"/>
              </a:rPr>
              <a:t>моего опыта</a:t>
            </a:r>
            <a:endParaRPr sz="1800">
              <a:solidFill>
                <a:schemeClr val="lt2"/>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57" name="Shape 157"/>
        <p:cNvGrpSpPr/>
        <p:nvPr/>
      </p:nvGrpSpPr>
      <p:grpSpPr>
        <a:xfrm>
          <a:off x="0" y="0"/>
          <a:ext cx="0" cy="0"/>
          <a:chOff x="0" y="0"/>
          <a:chExt cx="0" cy="0"/>
        </a:xfrm>
      </p:grpSpPr>
      <p:pic>
        <p:nvPicPr>
          <p:cNvPr id="158" name="Google Shape;158;p23"/>
          <p:cNvPicPr preferRelativeResize="0"/>
          <p:nvPr/>
        </p:nvPicPr>
        <p:blipFill rotWithShape="1">
          <a:blip r:embed="rId3">
            <a:alphaModFix/>
          </a:blip>
          <a:srcRect b="0" l="0" r="0" t="0"/>
          <a:stretch/>
        </p:blipFill>
        <p:spPr>
          <a:xfrm>
            <a:off x="16302800" y="9535099"/>
            <a:ext cx="1528003" cy="294700"/>
          </a:xfrm>
          <a:prstGeom prst="rect">
            <a:avLst/>
          </a:prstGeom>
          <a:noFill/>
          <a:ln>
            <a:noFill/>
          </a:ln>
        </p:spPr>
      </p:pic>
      <p:sp>
        <p:nvSpPr>
          <p:cNvPr id="159" name="Google Shape;159;p23"/>
          <p:cNvSpPr/>
          <p:nvPr/>
        </p:nvSpPr>
        <p:spPr>
          <a:xfrm>
            <a:off x="17332200" y="457200"/>
            <a:ext cx="498600" cy="498600"/>
          </a:xfrm>
          <a:prstGeom prst="ellipse">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solidFill>
                <a:srgbClr val="EBEBEB"/>
              </a:solidFill>
            </a:endParaRPr>
          </a:p>
        </p:txBody>
      </p:sp>
      <p:sp>
        <p:nvSpPr>
          <p:cNvPr id="160" name="Google Shape;160;p23"/>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sp>
        <p:nvSpPr>
          <p:cNvPr id="161" name="Google Shape;161;p23"/>
          <p:cNvSpPr/>
          <p:nvPr/>
        </p:nvSpPr>
        <p:spPr>
          <a:xfrm>
            <a:off x="5230575" y="1226175"/>
            <a:ext cx="7827000" cy="78267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 name="Google Shape;162;p23"/>
          <p:cNvSpPr/>
          <p:nvPr/>
        </p:nvSpPr>
        <p:spPr>
          <a:xfrm>
            <a:off x="6133450" y="2129025"/>
            <a:ext cx="6021000" cy="60210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 name="Google Shape;163;p23"/>
          <p:cNvSpPr/>
          <p:nvPr/>
        </p:nvSpPr>
        <p:spPr>
          <a:xfrm>
            <a:off x="6924200" y="2919650"/>
            <a:ext cx="4440000" cy="44397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 name="Google Shape;164;p23"/>
          <p:cNvSpPr/>
          <p:nvPr/>
        </p:nvSpPr>
        <p:spPr>
          <a:xfrm>
            <a:off x="7599450" y="3576950"/>
            <a:ext cx="3125100" cy="3125100"/>
          </a:xfrm>
          <a:prstGeom prst="ellipse">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 name="Google Shape;165;p23"/>
          <p:cNvSpPr/>
          <p:nvPr/>
        </p:nvSpPr>
        <p:spPr>
          <a:xfrm>
            <a:off x="8272819" y="4268201"/>
            <a:ext cx="1742400" cy="1742400"/>
          </a:xfrm>
          <a:prstGeom prst="ellipse">
            <a:avLst/>
          </a:prstGeom>
          <a:solidFill>
            <a:schemeClr val="accent2"/>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 name="Google Shape;166;p23"/>
          <p:cNvSpPr txBox="1"/>
          <p:nvPr/>
        </p:nvSpPr>
        <p:spPr>
          <a:xfrm>
            <a:off x="8358245" y="8261691"/>
            <a:ext cx="1607400" cy="6096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0"/>
              </a:spcBef>
              <a:spcAft>
                <a:spcPts val="0"/>
              </a:spcAft>
              <a:buNone/>
            </a:pPr>
            <a:r>
              <a:rPr lang="en" sz="1800">
                <a:solidFill>
                  <a:schemeClr val="accent2"/>
                </a:solidFill>
                <a:latin typeface="Inter"/>
                <a:ea typeface="Inter"/>
                <a:cs typeface="Inter"/>
                <a:sym typeface="Inter"/>
              </a:rPr>
              <a:t>региона</a:t>
            </a:r>
            <a:endParaRPr sz="1800">
              <a:solidFill>
                <a:schemeClr val="accent2"/>
              </a:solidFill>
              <a:latin typeface="Inter"/>
              <a:ea typeface="Inter"/>
              <a:cs typeface="Inter"/>
              <a:sym typeface="Inter"/>
            </a:endParaRPr>
          </a:p>
        </p:txBody>
      </p:sp>
      <p:sp>
        <p:nvSpPr>
          <p:cNvPr id="167" name="Google Shape;167;p23"/>
          <p:cNvSpPr txBox="1"/>
          <p:nvPr/>
        </p:nvSpPr>
        <p:spPr>
          <a:xfrm>
            <a:off x="8358245" y="7407441"/>
            <a:ext cx="1607400" cy="6096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0"/>
              </a:spcBef>
              <a:spcAft>
                <a:spcPts val="0"/>
              </a:spcAft>
              <a:buNone/>
            </a:pPr>
            <a:r>
              <a:rPr lang="en" sz="1800">
                <a:solidFill>
                  <a:schemeClr val="accent2"/>
                </a:solidFill>
                <a:latin typeface="Inter"/>
                <a:ea typeface="Inter"/>
                <a:cs typeface="Inter"/>
                <a:sym typeface="Inter"/>
              </a:rPr>
              <a:t>рынка</a:t>
            </a:r>
            <a:endParaRPr sz="1800">
              <a:solidFill>
                <a:schemeClr val="accent2"/>
              </a:solidFill>
              <a:latin typeface="Inter"/>
              <a:ea typeface="Inter"/>
              <a:cs typeface="Inter"/>
              <a:sym typeface="Inter"/>
            </a:endParaRPr>
          </a:p>
        </p:txBody>
      </p:sp>
      <p:sp>
        <p:nvSpPr>
          <p:cNvPr id="168" name="Google Shape;168;p23"/>
          <p:cNvSpPr txBox="1"/>
          <p:nvPr/>
        </p:nvSpPr>
        <p:spPr>
          <a:xfrm>
            <a:off x="8358245" y="6675516"/>
            <a:ext cx="1607400" cy="6096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0"/>
              </a:spcBef>
              <a:spcAft>
                <a:spcPts val="0"/>
              </a:spcAft>
              <a:buNone/>
            </a:pPr>
            <a:r>
              <a:rPr lang="en" sz="1800">
                <a:solidFill>
                  <a:schemeClr val="accent2"/>
                </a:solidFill>
                <a:latin typeface="Inter"/>
                <a:ea typeface="Inter"/>
                <a:cs typeface="Inter"/>
                <a:sym typeface="Inter"/>
              </a:rPr>
              <a:t>категории</a:t>
            </a:r>
            <a:endParaRPr sz="1800">
              <a:solidFill>
                <a:schemeClr val="accent2"/>
              </a:solidFill>
              <a:latin typeface="Inter"/>
              <a:ea typeface="Inter"/>
              <a:cs typeface="Inter"/>
              <a:sym typeface="Inter"/>
            </a:endParaRPr>
          </a:p>
        </p:txBody>
      </p:sp>
      <p:sp>
        <p:nvSpPr>
          <p:cNvPr id="169" name="Google Shape;169;p23"/>
          <p:cNvSpPr txBox="1"/>
          <p:nvPr/>
        </p:nvSpPr>
        <p:spPr>
          <a:xfrm>
            <a:off x="8358245" y="5943591"/>
            <a:ext cx="1607400" cy="6096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0"/>
              </a:spcBef>
              <a:spcAft>
                <a:spcPts val="0"/>
              </a:spcAft>
              <a:buNone/>
            </a:pPr>
            <a:r>
              <a:rPr lang="en" sz="1800">
                <a:solidFill>
                  <a:schemeClr val="accent2"/>
                </a:solidFill>
                <a:latin typeface="Inter"/>
                <a:ea typeface="Inter"/>
                <a:cs typeface="Inter"/>
                <a:sym typeface="Inter"/>
              </a:rPr>
              <a:t>агентства</a:t>
            </a:r>
            <a:endParaRPr sz="1800">
              <a:solidFill>
                <a:schemeClr val="accent2"/>
              </a:solidFill>
              <a:latin typeface="Inter"/>
              <a:ea typeface="Inter"/>
              <a:cs typeface="Inter"/>
              <a:sym typeface="Inter"/>
            </a:endParaRPr>
          </a:p>
        </p:txBody>
      </p:sp>
      <p:sp>
        <p:nvSpPr>
          <p:cNvPr id="170" name="Google Shape;170;p23"/>
          <p:cNvSpPr txBox="1"/>
          <p:nvPr/>
        </p:nvSpPr>
        <p:spPr>
          <a:xfrm>
            <a:off x="8358250" y="4652956"/>
            <a:ext cx="1607400" cy="9729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0"/>
              </a:spcBef>
              <a:spcAft>
                <a:spcPts val="0"/>
              </a:spcAft>
              <a:buNone/>
            </a:pPr>
            <a:r>
              <a:rPr lang="en" sz="1800">
                <a:solidFill>
                  <a:schemeClr val="lt2"/>
                </a:solidFill>
                <a:latin typeface="Inter"/>
                <a:ea typeface="Inter"/>
                <a:cs typeface="Inter"/>
                <a:sym typeface="Inter"/>
              </a:rPr>
              <a:t>моего опыта</a:t>
            </a:r>
            <a:endParaRPr sz="1800">
              <a:solidFill>
                <a:schemeClr val="lt2"/>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74" name="Shape 174"/>
        <p:cNvGrpSpPr/>
        <p:nvPr/>
      </p:nvGrpSpPr>
      <p:grpSpPr>
        <a:xfrm>
          <a:off x="0" y="0"/>
          <a:ext cx="0" cy="0"/>
          <a:chOff x="0" y="0"/>
          <a:chExt cx="0" cy="0"/>
        </a:xfrm>
      </p:grpSpPr>
      <p:pic>
        <p:nvPicPr>
          <p:cNvPr id="175" name="Google Shape;175;p24"/>
          <p:cNvPicPr preferRelativeResize="0"/>
          <p:nvPr/>
        </p:nvPicPr>
        <p:blipFill rotWithShape="1">
          <a:blip r:embed="rId3">
            <a:alphaModFix/>
          </a:blip>
          <a:srcRect b="0" l="0" r="0" t="0"/>
          <a:stretch/>
        </p:blipFill>
        <p:spPr>
          <a:xfrm>
            <a:off x="16302800" y="9535099"/>
            <a:ext cx="1528003" cy="294700"/>
          </a:xfrm>
          <a:prstGeom prst="rect">
            <a:avLst/>
          </a:prstGeom>
          <a:noFill/>
          <a:ln>
            <a:noFill/>
          </a:ln>
        </p:spPr>
      </p:pic>
      <p:sp>
        <p:nvSpPr>
          <p:cNvPr id="176" name="Google Shape;176;p24"/>
          <p:cNvSpPr/>
          <p:nvPr/>
        </p:nvSpPr>
        <p:spPr>
          <a:xfrm>
            <a:off x="17332200" y="457200"/>
            <a:ext cx="498600" cy="498600"/>
          </a:xfrm>
          <a:prstGeom prst="ellipse">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solidFill>
                <a:srgbClr val="EBEBEB"/>
              </a:solidFill>
            </a:endParaRPr>
          </a:p>
        </p:txBody>
      </p:sp>
      <p:sp>
        <p:nvSpPr>
          <p:cNvPr id="177" name="Google Shape;177;p24"/>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sp>
        <p:nvSpPr>
          <p:cNvPr id="178" name="Google Shape;178;p24"/>
          <p:cNvSpPr/>
          <p:nvPr/>
        </p:nvSpPr>
        <p:spPr>
          <a:xfrm>
            <a:off x="4151800" y="147250"/>
            <a:ext cx="9984300" cy="99843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9" name="Google Shape;179;p24"/>
          <p:cNvSpPr txBox="1"/>
          <p:nvPr/>
        </p:nvSpPr>
        <p:spPr>
          <a:xfrm>
            <a:off x="8358245" y="9220191"/>
            <a:ext cx="1607400" cy="6096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0"/>
              </a:spcBef>
              <a:spcAft>
                <a:spcPts val="0"/>
              </a:spcAft>
              <a:buNone/>
            </a:pPr>
            <a:r>
              <a:rPr lang="en" sz="1800">
                <a:solidFill>
                  <a:schemeClr val="accent2"/>
                </a:solidFill>
                <a:latin typeface="Inter"/>
                <a:ea typeface="Inter"/>
                <a:cs typeface="Inter"/>
                <a:sym typeface="Inter"/>
              </a:rPr>
              <a:t>мира</a:t>
            </a:r>
            <a:endParaRPr sz="1800">
              <a:solidFill>
                <a:schemeClr val="accent2"/>
              </a:solidFill>
              <a:latin typeface="Inter"/>
              <a:ea typeface="Inter"/>
              <a:cs typeface="Inter"/>
              <a:sym typeface="Inter"/>
            </a:endParaRPr>
          </a:p>
        </p:txBody>
      </p:sp>
      <p:sp>
        <p:nvSpPr>
          <p:cNvPr id="180" name="Google Shape;180;p24"/>
          <p:cNvSpPr/>
          <p:nvPr/>
        </p:nvSpPr>
        <p:spPr>
          <a:xfrm>
            <a:off x="5230575" y="1226175"/>
            <a:ext cx="7827000" cy="78267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 name="Google Shape;181;p24"/>
          <p:cNvSpPr/>
          <p:nvPr/>
        </p:nvSpPr>
        <p:spPr>
          <a:xfrm>
            <a:off x="6133450" y="2129025"/>
            <a:ext cx="6021000" cy="60210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 name="Google Shape;182;p24"/>
          <p:cNvSpPr/>
          <p:nvPr/>
        </p:nvSpPr>
        <p:spPr>
          <a:xfrm>
            <a:off x="6924200" y="2919650"/>
            <a:ext cx="4440000" cy="44397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3" name="Google Shape;183;p24"/>
          <p:cNvSpPr/>
          <p:nvPr/>
        </p:nvSpPr>
        <p:spPr>
          <a:xfrm>
            <a:off x="7599450" y="3576950"/>
            <a:ext cx="3125100" cy="3125100"/>
          </a:xfrm>
          <a:prstGeom prst="ellipse">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 name="Google Shape;184;p24"/>
          <p:cNvSpPr/>
          <p:nvPr/>
        </p:nvSpPr>
        <p:spPr>
          <a:xfrm>
            <a:off x="8272819" y="4268201"/>
            <a:ext cx="1742400" cy="1742400"/>
          </a:xfrm>
          <a:prstGeom prst="ellipse">
            <a:avLst/>
          </a:prstGeom>
          <a:solidFill>
            <a:schemeClr val="accent2"/>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 name="Google Shape;185;p24"/>
          <p:cNvSpPr txBox="1"/>
          <p:nvPr/>
        </p:nvSpPr>
        <p:spPr>
          <a:xfrm>
            <a:off x="8358245" y="8261691"/>
            <a:ext cx="1607400" cy="6096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0"/>
              </a:spcBef>
              <a:spcAft>
                <a:spcPts val="0"/>
              </a:spcAft>
              <a:buNone/>
            </a:pPr>
            <a:r>
              <a:rPr lang="en" sz="1800">
                <a:solidFill>
                  <a:schemeClr val="accent2"/>
                </a:solidFill>
                <a:latin typeface="Inter"/>
                <a:ea typeface="Inter"/>
                <a:cs typeface="Inter"/>
                <a:sym typeface="Inter"/>
              </a:rPr>
              <a:t>региона</a:t>
            </a:r>
            <a:endParaRPr sz="1800">
              <a:solidFill>
                <a:schemeClr val="accent2"/>
              </a:solidFill>
              <a:latin typeface="Inter"/>
              <a:ea typeface="Inter"/>
              <a:cs typeface="Inter"/>
              <a:sym typeface="Inter"/>
            </a:endParaRPr>
          </a:p>
        </p:txBody>
      </p:sp>
      <p:sp>
        <p:nvSpPr>
          <p:cNvPr id="186" name="Google Shape;186;p24"/>
          <p:cNvSpPr txBox="1"/>
          <p:nvPr/>
        </p:nvSpPr>
        <p:spPr>
          <a:xfrm>
            <a:off x="8358245" y="7407441"/>
            <a:ext cx="1607400" cy="6096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0"/>
              </a:spcBef>
              <a:spcAft>
                <a:spcPts val="0"/>
              </a:spcAft>
              <a:buNone/>
            </a:pPr>
            <a:r>
              <a:rPr lang="en" sz="1800">
                <a:solidFill>
                  <a:schemeClr val="accent2"/>
                </a:solidFill>
                <a:latin typeface="Inter"/>
                <a:ea typeface="Inter"/>
                <a:cs typeface="Inter"/>
                <a:sym typeface="Inter"/>
              </a:rPr>
              <a:t>рынка</a:t>
            </a:r>
            <a:endParaRPr sz="1800">
              <a:solidFill>
                <a:schemeClr val="accent2"/>
              </a:solidFill>
              <a:latin typeface="Inter"/>
              <a:ea typeface="Inter"/>
              <a:cs typeface="Inter"/>
              <a:sym typeface="Inter"/>
            </a:endParaRPr>
          </a:p>
        </p:txBody>
      </p:sp>
      <p:sp>
        <p:nvSpPr>
          <p:cNvPr id="187" name="Google Shape;187;p24"/>
          <p:cNvSpPr txBox="1"/>
          <p:nvPr/>
        </p:nvSpPr>
        <p:spPr>
          <a:xfrm>
            <a:off x="8358245" y="6675516"/>
            <a:ext cx="1607400" cy="6096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0"/>
              </a:spcBef>
              <a:spcAft>
                <a:spcPts val="0"/>
              </a:spcAft>
              <a:buNone/>
            </a:pPr>
            <a:r>
              <a:rPr lang="en" sz="1800">
                <a:solidFill>
                  <a:schemeClr val="accent2"/>
                </a:solidFill>
                <a:latin typeface="Inter"/>
                <a:ea typeface="Inter"/>
                <a:cs typeface="Inter"/>
                <a:sym typeface="Inter"/>
              </a:rPr>
              <a:t>категории</a:t>
            </a:r>
            <a:endParaRPr sz="1800">
              <a:solidFill>
                <a:schemeClr val="accent2"/>
              </a:solidFill>
              <a:latin typeface="Inter"/>
              <a:ea typeface="Inter"/>
              <a:cs typeface="Inter"/>
              <a:sym typeface="Inter"/>
            </a:endParaRPr>
          </a:p>
        </p:txBody>
      </p:sp>
      <p:sp>
        <p:nvSpPr>
          <p:cNvPr id="188" name="Google Shape;188;p24"/>
          <p:cNvSpPr txBox="1"/>
          <p:nvPr/>
        </p:nvSpPr>
        <p:spPr>
          <a:xfrm>
            <a:off x="8358245" y="5943591"/>
            <a:ext cx="1607400" cy="6096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0"/>
              </a:spcBef>
              <a:spcAft>
                <a:spcPts val="0"/>
              </a:spcAft>
              <a:buNone/>
            </a:pPr>
            <a:r>
              <a:rPr lang="en" sz="1800">
                <a:solidFill>
                  <a:schemeClr val="accent2"/>
                </a:solidFill>
                <a:latin typeface="Inter"/>
                <a:ea typeface="Inter"/>
                <a:cs typeface="Inter"/>
                <a:sym typeface="Inter"/>
              </a:rPr>
              <a:t>агентства</a:t>
            </a:r>
            <a:endParaRPr sz="1800">
              <a:solidFill>
                <a:schemeClr val="accent2"/>
              </a:solidFill>
              <a:latin typeface="Inter"/>
              <a:ea typeface="Inter"/>
              <a:cs typeface="Inter"/>
              <a:sym typeface="Inter"/>
            </a:endParaRPr>
          </a:p>
        </p:txBody>
      </p:sp>
      <p:sp>
        <p:nvSpPr>
          <p:cNvPr id="189" name="Google Shape;189;p24"/>
          <p:cNvSpPr txBox="1"/>
          <p:nvPr/>
        </p:nvSpPr>
        <p:spPr>
          <a:xfrm>
            <a:off x="8358250" y="4652956"/>
            <a:ext cx="1607400" cy="9729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0"/>
              </a:spcBef>
              <a:spcAft>
                <a:spcPts val="0"/>
              </a:spcAft>
              <a:buNone/>
            </a:pPr>
            <a:r>
              <a:rPr lang="en" sz="1800">
                <a:solidFill>
                  <a:schemeClr val="lt2"/>
                </a:solidFill>
                <a:latin typeface="Inter"/>
                <a:ea typeface="Inter"/>
                <a:cs typeface="Inter"/>
                <a:sym typeface="Inter"/>
              </a:rPr>
              <a:t>м</a:t>
            </a:r>
            <a:r>
              <a:rPr lang="en" sz="1800">
                <a:solidFill>
                  <a:schemeClr val="lt2"/>
                </a:solidFill>
                <a:latin typeface="Inter"/>
                <a:ea typeface="Inter"/>
                <a:cs typeface="Inter"/>
                <a:sym typeface="Inter"/>
              </a:rPr>
              <a:t>оего опыта</a:t>
            </a:r>
            <a:endParaRPr sz="1800">
              <a:solidFill>
                <a:schemeClr val="lt2"/>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93" name="Shape 193"/>
        <p:cNvGrpSpPr/>
        <p:nvPr/>
      </p:nvGrpSpPr>
      <p:grpSpPr>
        <a:xfrm>
          <a:off x="0" y="0"/>
          <a:ext cx="0" cy="0"/>
          <a:chOff x="0" y="0"/>
          <a:chExt cx="0" cy="0"/>
        </a:xfrm>
      </p:grpSpPr>
      <p:pic>
        <p:nvPicPr>
          <p:cNvPr id="194" name="Google Shape;194;p25"/>
          <p:cNvPicPr preferRelativeResize="0"/>
          <p:nvPr/>
        </p:nvPicPr>
        <p:blipFill rotWithShape="1">
          <a:blip r:embed="rId3">
            <a:alphaModFix/>
          </a:blip>
          <a:srcRect b="0" l="0" r="0" t="0"/>
          <a:stretch/>
        </p:blipFill>
        <p:spPr>
          <a:xfrm>
            <a:off x="16302800" y="9535099"/>
            <a:ext cx="1528003" cy="294700"/>
          </a:xfrm>
          <a:prstGeom prst="rect">
            <a:avLst/>
          </a:prstGeom>
          <a:noFill/>
          <a:ln>
            <a:noFill/>
          </a:ln>
        </p:spPr>
      </p:pic>
      <p:sp>
        <p:nvSpPr>
          <p:cNvPr id="195" name="Google Shape;195;p25"/>
          <p:cNvSpPr/>
          <p:nvPr/>
        </p:nvSpPr>
        <p:spPr>
          <a:xfrm>
            <a:off x="17332200" y="457200"/>
            <a:ext cx="498600" cy="498600"/>
          </a:xfrm>
          <a:prstGeom prst="ellipse">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solidFill>
                <a:srgbClr val="EBEBEB"/>
              </a:solidFill>
            </a:endParaRPr>
          </a:p>
        </p:txBody>
      </p:sp>
      <p:sp>
        <p:nvSpPr>
          <p:cNvPr id="196" name="Google Shape;196;p25"/>
          <p:cNvSpPr/>
          <p:nvPr/>
        </p:nvSpPr>
        <p:spPr>
          <a:xfrm>
            <a:off x="264600" y="-3830100"/>
            <a:ext cx="17794800" cy="179472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м</a:t>
            </a:r>
            <a:endParaRPr/>
          </a:p>
        </p:txBody>
      </p:sp>
      <p:sp>
        <p:nvSpPr>
          <p:cNvPr id="197" name="Google Shape;197;p25"/>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sp>
        <p:nvSpPr>
          <p:cNvPr id="198" name="Google Shape;198;p25"/>
          <p:cNvSpPr/>
          <p:nvPr/>
        </p:nvSpPr>
        <p:spPr>
          <a:xfrm>
            <a:off x="3834850" y="-169700"/>
            <a:ext cx="10618200" cy="106182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м</a:t>
            </a:r>
            <a:endParaRPr/>
          </a:p>
        </p:txBody>
      </p:sp>
      <p:sp>
        <p:nvSpPr>
          <p:cNvPr id="199" name="Google Shape;199;p25"/>
          <p:cNvSpPr txBox="1"/>
          <p:nvPr/>
        </p:nvSpPr>
        <p:spPr>
          <a:xfrm>
            <a:off x="8358245" y="9220191"/>
            <a:ext cx="1607400" cy="6096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0"/>
              </a:spcBef>
              <a:spcAft>
                <a:spcPts val="0"/>
              </a:spcAft>
              <a:buNone/>
            </a:pPr>
            <a:r>
              <a:rPr lang="en" sz="1800">
                <a:solidFill>
                  <a:schemeClr val="accent2"/>
                </a:solidFill>
                <a:latin typeface="Inter"/>
                <a:ea typeface="Inter"/>
                <a:cs typeface="Inter"/>
                <a:sym typeface="Inter"/>
              </a:rPr>
              <a:t>мира</a:t>
            </a:r>
            <a:endParaRPr sz="1800">
              <a:solidFill>
                <a:schemeClr val="accent2"/>
              </a:solidFill>
              <a:latin typeface="Inter"/>
              <a:ea typeface="Inter"/>
              <a:cs typeface="Inter"/>
              <a:sym typeface="Inter"/>
            </a:endParaRPr>
          </a:p>
        </p:txBody>
      </p:sp>
      <p:sp>
        <p:nvSpPr>
          <p:cNvPr id="200" name="Google Shape;200;p25"/>
          <p:cNvSpPr/>
          <p:nvPr/>
        </p:nvSpPr>
        <p:spPr>
          <a:xfrm>
            <a:off x="1388550" y="-2782350"/>
            <a:ext cx="15546900" cy="158517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м</a:t>
            </a:r>
            <a:endParaRPr/>
          </a:p>
        </p:txBody>
      </p:sp>
      <p:sp>
        <p:nvSpPr>
          <p:cNvPr id="201" name="Google Shape;201;p25"/>
          <p:cNvSpPr/>
          <p:nvPr/>
        </p:nvSpPr>
        <p:spPr>
          <a:xfrm>
            <a:off x="2588700" y="-1433900"/>
            <a:ext cx="13146600" cy="13146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2" name="Google Shape;202;p25"/>
          <p:cNvSpPr/>
          <p:nvPr/>
        </p:nvSpPr>
        <p:spPr>
          <a:xfrm>
            <a:off x="7599450" y="3576950"/>
            <a:ext cx="3125100" cy="3125100"/>
          </a:xfrm>
          <a:prstGeom prst="ellipse">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 name="Google Shape;203;p25"/>
          <p:cNvSpPr/>
          <p:nvPr/>
        </p:nvSpPr>
        <p:spPr>
          <a:xfrm>
            <a:off x="8272819" y="4268201"/>
            <a:ext cx="1742400" cy="1742400"/>
          </a:xfrm>
          <a:prstGeom prst="ellipse">
            <a:avLst/>
          </a:prstGeom>
          <a:solidFill>
            <a:schemeClr val="accent2"/>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4" name="Google Shape;204;p25"/>
          <p:cNvSpPr txBox="1"/>
          <p:nvPr/>
        </p:nvSpPr>
        <p:spPr>
          <a:xfrm>
            <a:off x="8358245" y="5943591"/>
            <a:ext cx="1607400" cy="6096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0"/>
              </a:spcBef>
              <a:spcAft>
                <a:spcPts val="0"/>
              </a:spcAft>
              <a:buNone/>
            </a:pPr>
            <a:r>
              <a:rPr lang="en" sz="1800">
                <a:solidFill>
                  <a:schemeClr val="accent2"/>
                </a:solidFill>
                <a:latin typeface="Inter"/>
                <a:ea typeface="Inter"/>
                <a:cs typeface="Inter"/>
                <a:sym typeface="Inter"/>
              </a:rPr>
              <a:t>агентства</a:t>
            </a:r>
            <a:endParaRPr sz="1800">
              <a:solidFill>
                <a:schemeClr val="accent2"/>
              </a:solidFill>
              <a:latin typeface="Inter"/>
              <a:ea typeface="Inter"/>
              <a:cs typeface="Inter"/>
              <a:sym typeface="Inter"/>
            </a:endParaRPr>
          </a:p>
        </p:txBody>
      </p:sp>
      <p:sp>
        <p:nvSpPr>
          <p:cNvPr id="205" name="Google Shape;205;p25"/>
          <p:cNvSpPr txBox="1"/>
          <p:nvPr/>
        </p:nvSpPr>
        <p:spPr>
          <a:xfrm>
            <a:off x="8358250" y="4652956"/>
            <a:ext cx="1607400" cy="9729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0"/>
              </a:spcBef>
              <a:spcAft>
                <a:spcPts val="0"/>
              </a:spcAft>
              <a:buNone/>
            </a:pPr>
            <a:r>
              <a:rPr lang="en" sz="1800">
                <a:solidFill>
                  <a:schemeClr val="lt2"/>
                </a:solidFill>
                <a:latin typeface="Inter"/>
                <a:ea typeface="Inter"/>
                <a:cs typeface="Inter"/>
                <a:sym typeface="Inter"/>
              </a:rPr>
              <a:t>моего опыта</a:t>
            </a:r>
            <a:endParaRPr sz="1800">
              <a:solidFill>
                <a:schemeClr val="lt2"/>
              </a:solidFill>
              <a:latin typeface="Inter"/>
              <a:ea typeface="Inter"/>
              <a:cs typeface="Inter"/>
              <a:sym typeface="Int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209" name="Shape 209"/>
        <p:cNvGrpSpPr/>
        <p:nvPr/>
      </p:nvGrpSpPr>
      <p:grpSpPr>
        <a:xfrm>
          <a:off x="0" y="0"/>
          <a:ext cx="0" cy="0"/>
          <a:chOff x="0" y="0"/>
          <a:chExt cx="0" cy="0"/>
        </a:xfrm>
      </p:grpSpPr>
      <p:sp>
        <p:nvSpPr>
          <p:cNvPr id="210" name="Google Shape;210;p26"/>
          <p:cNvSpPr txBox="1"/>
          <p:nvPr/>
        </p:nvSpPr>
        <p:spPr>
          <a:xfrm>
            <a:off x="240150" y="0"/>
            <a:ext cx="6662100" cy="29886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7000">
                <a:solidFill>
                  <a:schemeClr val="dk1"/>
                </a:solidFill>
                <a:latin typeface="Inter Medium"/>
                <a:ea typeface="Inter Medium"/>
                <a:cs typeface="Inter Medium"/>
                <a:sym typeface="Inter Medium"/>
              </a:rPr>
              <a:t>Где мы ищем уникальное решение? </a:t>
            </a:r>
            <a:endParaRPr sz="7000">
              <a:solidFill>
                <a:schemeClr val="dk1"/>
              </a:solidFill>
              <a:latin typeface="Inter Medium"/>
              <a:ea typeface="Inter Medium"/>
              <a:cs typeface="Inter Medium"/>
              <a:sym typeface="Inter Medium"/>
            </a:endParaRPr>
          </a:p>
        </p:txBody>
      </p:sp>
      <p:pic>
        <p:nvPicPr>
          <p:cNvPr id="211" name="Google Shape;211;p26"/>
          <p:cNvPicPr preferRelativeResize="0"/>
          <p:nvPr/>
        </p:nvPicPr>
        <p:blipFill>
          <a:blip r:embed="rId3">
            <a:alphaModFix/>
          </a:blip>
          <a:stretch>
            <a:fillRect/>
          </a:stretch>
        </p:blipFill>
        <p:spPr>
          <a:xfrm>
            <a:off x="8028850" y="556475"/>
            <a:ext cx="9533674" cy="4580874"/>
          </a:xfrm>
          <a:prstGeom prst="rect">
            <a:avLst/>
          </a:prstGeom>
          <a:noFill/>
          <a:ln>
            <a:noFill/>
          </a:ln>
        </p:spPr>
      </p:pic>
      <p:pic>
        <p:nvPicPr>
          <p:cNvPr id="212" name="Google Shape;212;p26"/>
          <p:cNvPicPr preferRelativeResize="0"/>
          <p:nvPr/>
        </p:nvPicPr>
        <p:blipFill>
          <a:blip r:embed="rId4">
            <a:alphaModFix/>
          </a:blip>
          <a:stretch>
            <a:fillRect/>
          </a:stretch>
        </p:blipFill>
        <p:spPr>
          <a:xfrm>
            <a:off x="16302800" y="9535099"/>
            <a:ext cx="1528003" cy="294700"/>
          </a:xfrm>
          <a:prstGeom prst="rect">
            <a:avLst/>
          </a:prstGeom>
          <a:noFill/>
          <a:ln>
            <a:noFill/>
          </a:ln>
        </p:spPr>
      </p:pic>
      <p:sp>
        <p:nvSpPr>
          <p:cNvPr id="213" name="Google Shape;213;p26"/>
          <p:cNvSpPr/>
          <p:nvPr/>
        </p:nvSpPr>
        <p:spPr>
          <a:xfrm>
            <a:off x="17332200" y="457200"/>
            <a:ext cx="498600" cy="49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sp>
        <p:nvSpPr>
          <p:cNvPr id="214" name="Google Shape;214;p26"/>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cxnSp>
        <p:nvCxnSpPr>
          <p:cNvPr id="215" name="Google Shape;215;p26"/>
          <p:cNvCxnSpPr/>
          <p:nvPr/>
        </p:nvCxnSpPr>
        <p:spPr>
          <a:xfrm>
            <a:off x="7244938" y="556475"/>
            <a:ext cx="0" cy="9229500"/>
          </a:xfrm>
          <a:prstGeom prst="straightConnector1">
            <a:avLst/>
          </a:prstGeom>
          <a:noFill/>
          <a:ln cap="flat" cmpd="sng" w="9525">
            <a:solidFill>
              <a:schemeClr val="dk1"/>
            </a:solidFill>
            <a:prstDash val="solid"/>
            <a:round/>
            <a:headEnd len="med" w="med" type="none"/>
            <a:tailEnd len="med" w="med" type="none"/>
          </a:ln>
        </p:spPr>
      </p:cxnSp>
      <p:sp>
        <p:nvSpPr>
          <p:cNvPr id="216" name="Google Shape;216;p26"/>
          <p:cNvSpPr txBox="1"/>
          <p:nvPr/>
        </p:nvSpPr>
        <p:spPr>
          <a:xfrm>
            <a:off x="307250" y="7587000"/>
            <a:ext cx="6057600" cy="2242800"/>
          </a:xfrm>
          <a:prstGeom prst="rect">
            <a:avLst/>
          </a:prstGeom>
          <a:noFill/>
          <a:ln>
            <a:noFill/>
          </a:ln>
        </p:spPr>
        <p:txBody>
          <a:bodyPr anchorCtr="0" anchor="b" bIns="182850" lIns="182850" spcFirstLastPara="1" rIns="182850" wrap="square" tIns="182850">
            <a:noAutofit/>
          </a:bodyPr>
          <a:lstStyle/>
          <a:p>
            <a:pPr indent="0" lvl="0" marL="0" rtl="0" algn="l">
              <a:spcBef>
                <a:spcPts val="0"/>
              </a:spcBef>
              <a:spcAft>
                <a:spcPts val="0"/>
              </a:spcAft>
              <a:buNone/>
            </a:pPr>
            <a:r>
              <a:t/>
            </a:r>
            <a:endParaRPr sz="2000">
              <a:solidFill>
                <a:schemeClr val="dk1"/>
              </a:solidFill>
              <a:latin typeface="Inter"/>
              <a:ea typeface="Inter"/>
              <a:cs typeface="Inter"/>
              <a:sym typeface="Int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220" name="Shape 220"/>
        <p:cNvGrpSpPr/>
        <p:nvPr/>
      </p:nvGrpSpPr>
      <p:grpSpPr>
        <a:xfrm>
          <a:off x="0" y="0"/>
          <a:ext cx="0" cy="0"/>
          <a:chOff x="0" y="0"/>
          <a:chExt cx="0" cy="0"/>
        </a:xfrm>
      </p:grpSpPr>
      <p:pic>
        <p:nvPicPr>
          <p:cNvPr id="221" name="Google Shape;221;p27"/>
          <p:cNvPicPr preferRelativeResize="0"/>
          <p:nvPr/>
        </p:nvPicPr>
        <p:blipFill rotWithShape="1">
          <a:blip r:embed="rId3">
            <a:alphaModFix/>
          </a:blip>
          <a:srcRect b="0" l="0" r="0" t="0"/>
          <a:stretch/>
        </p:blipFill>
        <p:spPr>
          <a:xfrm>
            <a:off x="16302800" y="9535099"/>
            <a:ext cx="1528003" cy="294700"/>
          </a:xfrm>
          <a:prstGeom prst="rect">
            <a:avLst/>
          </a:prstGeom>
          <a:noFill/>
          <a:ln>
            <a:noFill/>
          </a:ln>
        </p:spPr>
      </p:pic>
      <p:sp>
        <p:nvSpPr>
          <p:cNvPr id="222" name="Google Shape;222;p27"/>
          <p:cNvSpPr/>
          <p:nvPr/>
        </p:nvSpPr>
        <p:spPr>
          <a:xfrm>
            <a:off x="17332200" y="457200"/>
            <a:ext cx="498600" cy="498600"/>
          </a:xfrm>
          <a:prstGeom prst="ellipse">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solidFill>
                <a:srgbClr val="EBEBEB"/>
              </a:solidFill>
            </a:endParaRPr>
          </a:p>
        </p:txBody>
      </p:sp>
      <p:sp>
        <p:nvSpPr>
          <p:cNvPr id="223" name="Google Shape;223;p27"/>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sp>
        <p:nvSpPr>
          <p:cNvPr id="224" name="Google Shape;224;p27"/>
          <p:cNvSpPr/>
          <p:nvPr/>
        </p:nvSpPr>
        <p:spPr>
          <a:xfrm>
            <a:off x="6393366" y="3888754"/>
            <a:ext cx="2533200" cy="25095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solidFill>
                <a:schemeClr val="accent2"/>
              </a:solidFill>
              <a:latin typeface="Inter"/>
              <a:ea typeface="Inter"/>
              <a:cs typeface="Inter"/>
              <a:sym typeface="Inter"/>
            </a:endParaRPr>
          </a:p>
        </p:txBody>
      </p:sp>
      <p:sp>
        <p:nvSpPr>
          <p:cNvPr id="225" name="Google Shape;225;p27"/>
          <p:cNvSpPr txBox="1"/>
          <p:nvPr/>
        </p:nvSpPr>
        <p:spPr>
          <a:xfrm>
            <a:off x="240150" y="0"/>
            <a:ext cx="10599600" cy="29886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7000">
                <a:solidFill>
                  <a:schemeClr val="dk1"/>
                </a:solidFill>
                <a:latin typeface="Inter Medium"/>
                <a:ea typeface="Inter Medium"/>
                <a:cs typeface="Inter Medium"/>
                <a:sym typeface="Inter Medium"/>
              </a:rPr>
              <a:t>Где уникальное решение? </a:t>
            </a:r>
            <a:endParaRPr sz="7000">
              <a:solidFill>
                <a:schemeClr val="dk1"/>
              </a:solidFill>
              <a:latin typeface="Inter Medium"/>
              <a:ea typeface="Inter Medium"/>
              <a:cs typeface="Inter Medium"/>
              <a:sym typeface="Inter Medium"/>
            </a:endParaRPr>
          </a:p>
        </p:txBody>
      </p:sp>
      <p:sp>
        <p:nvSpPr>
          <p:cNvPr id="226" name="Google Shape;226;p27"/>
          <p:cNvSpPr/>
          <p:nvPr/>
        </p:nvSpPr>
        <p:spPr>
          <a:xfrm>
            <a:off x="11373041" y="577329"/>
            <a:ext cx="2533200" cy="25095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solidFill>
                <a:schemeClr val="accent2"/>
              </a:solidFill>
              <a:latin typeface="Inter"/>
              <a:ea typeface="Inter"/>
              <a:cs typeface="Inter"/>
              <a:sym typeface="Inter"/>
            </a:endParaRPr>
          </a:p>
        </p:txBody>
      </p:sp>
      <p:sp>
        <p:nvSpPr>
          <p:cNvPr id="227" name="Google Shape;227;p27"/>
          <p:cNvSpPr/>
          <p:nvPr/>
        </p:nvSpPr>
        <p:spPr>
          <a:xfrm>
            <a:off x="13405041" y="6911654"/>
            <a:ext cx="2533200" cy="25095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solidFill>
                <a:schemeClr val="accent2"/>
              </a:solidFill>
              <a:latin typeface="Inter"/>
              <a:ea typeface="Inter"/>
              <a:cs typeface="Inter"/>
              <a:sym typeface="Inter"/>
            </a:endParaRPr>
          </a:p>
        </p:txBody>
      </p:sp>
      <p:sp>
        <p:nvSpPr>
          <p:cNvPr id="228" name="Google Shape;228;p27"/>
          <p:cNvSpPr/>
          <p:nvPr/>
        </p:nvSpPr>
        <p:spPr>
          <a:xfrm>
            <a:off x="8538266" y="8028004"/>
            <a:ext cx="2533200" cy="25095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solidFill>
                <a:schemeClr val="accent2"/>
              </a:solidFill>
              <a:latin typeface="Inter"/>
              <a:ea typeface="Inter"/>
              <a:cs typeface="Inter"/>
              <a:sym typeface="Inter"/>
            </a:endParaRPr>
          </a:p>
        </p:txBody>
      </p:sp>
      <p:sp>
        <p:nvSpPr>
          <p:cNvPr id="229" name="Google Shape;229;p27"/>
          <p:cNvSpPr/>
          <p:nvPr/>
        </p:nvSpPr>
        <p:spPr>
          <a:xfrm>
            <a:off x="1463916" y="3713129"/>
            <a:ext cx="2533200" cy="25095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solidFill>
                <a:schemeClr val="accent2"/>
              </a:solidFill>
              <a:latin typeface="Inter"/>
              <a:ea typeface="Inter"/>
              <a:cs typeface="Inter"/>
              <a:sym typeface="Inter"/>
            </a:endParaRPr>
          </a:p>
        </p:txBody>
      </p:sp>
      <p:sp>
        <p:nvSpPr>
          <p:cNvPr id="230" name="Google Shape;230;p27"/>
          <p:cNvSpPr/>
          <p:nvPr/>
        </p:nvSpPr>
        <p:spPr>
          <a:xfrm>
            <a:off x="15938241" y="3261579"/>
            <a:ext cx="2533200" cy="25095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solidFill>
                <a:schemeClr val="accent2"/>
              </a:solidFill>
              <a:latin typeface="Inter"/>
              <a:ea typeface="Inter"/>
              <a:cs typeface="Inter"/>
              <a:sym typeface="Inter"/>
            </a:endParaRPr>
          </a:p>
        </p:txBody>
      </p:sp>
      <p:sp>
        <p:nvSpPr>
          <p:cNvPr id="231" name="Google Shape;231;p27"/>
          <p:cNvSpPr/>
          <p:nvPr/>
        </p:nvSpPr>
        <p:spPr>
          <a:xfrm>
            <a:off x="-568634" y="8128354"/>
            <a:ext cx="2533200" cy="25095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solidFill>
                <a:schemeClr val="accent2"/>
              </a:solidFill>
              <a:latin typeface="Inter"/>
              <a:ea typeface="Inter"/>
              <a:cs typeface="Inter"/>
              <a:sym typeface="Inte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235" name="Shape 235"/>
        <p:cNvGrpSpPr/>
        <p:nvPr/>
      </p:nvGrpSpPr>
      <p:grpSpPr>
        <a:xfrm>
          <a:off x="0" y="0"/>
          <a:ext cx="0" cy="0"/>
          <a:chOff x="0" y="0"/>
          <a:chExt cx="0" cy="0"/>
        </a:xfrm>
      </p:grpSpPr>
      <p:pic>
        <p:nvPicPr>
          <p:cNvPr id="236" name="Google Shape;236;p28"/>
          <p:cNvPicPr preferRelativeResize="0"/>
          <p:nvPr/>
        </p:nvPicPr>
        <p:blipFill rotWithShape="1">
          <a:blip r:embed="rId3">
            <a:alphaModFix/>
          </a:blip>
          <a:srcRect b="0" l="0" r="0" t="0"/>
          <a:stretch/>
        </p:blipFill>
        <p:spPr>
          <a:xfrm>
            <a:off x="16302800" y="9535099"/>
            <a:ext cx="1528003" cy="294700"/>
          </a:xfrm>
          <a:prstGeom prst="rect">
            <a:avLst/>
          </a:prstGeom>
          <a:noFill/>
          <a:ln>
            <a:noFill/>
          </a:ln>
        </p:spPr>
      </p:pic>
      <p:sp>
        <p:nvSpPr>
          <p:cNvPr id="237" name="Google Shape;237;p28"/>
          <p:cNvSpPr/>
          <p:nvPr/>
        </p:nvSpPr>
        <p:spPr>
          <a:xfrm>
            <a:off x="17332200" y="457200"/>
            <a:ext cx="498600" cy="498600"/>
          </a:xfrm>
          <a:prstGeom prst="ellipse">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solidFill>
                <a:srgbClr val="EBEBEB"/>
              </a:solidFill>
            </a:endParaRPr>
          </a:p>
        </p:txBody>
      </p:sp>
      <p:sp>
        <p:nvSpPr>
          <p:cNvPr id="238" name="Google Shape;238;p28"/>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sp>
        <p:nvSpPr>
          <p:cNvPr id="239" name="Google Shape;239;p28"/>
          <p:cNvSpPr txBox="1"/>
          <p:nvPr/>
        </p:nvSpPr>
        <p:spPr>
          <a:xfrm>
            <a:off x="240150" y="0"/>
            <a:ext cx="10599600" cy="29886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7000">
                <a:solidFill>
                  <a:schemeClr val="dk1"/>
                </a:solidFill>
                <a:latin typeface="Inter Medium"/>
                <a:ea typeface="Inter Medium"/>
                <a:cs typeface="Inter Medium"/>
                <a:sym typeface="Inter Medium"/>
              </a:rPr>
              <a:t>Где уникальное решение? </a:t>
            </a:r>
            <a:endParaRPr sz="7000">
              <a:solidFill>
                <a:schemeClr val="dk1"/>
              </a:solidFill>
              <a:latin typeface="Inter Medium"/>
              <a:ea typeface="Inter Medium"/>
              <a:cs typeface="Inter Medium"/>
              <a:sym typeface="Inter Medium"/>
            </a:endParaRPr>
          </a:p>
        </p:txBody>
      </p:sp>
      <p:sp>
        <p:nvSpPr>
          <p:cNvPr id="240" name="Google Shape;240;p28"/>
          <p:cNvSpPr/>
          <p:nvPr/>
        </p:nvSpPr>
        <p:spPr>
          <a:xfrm>
            <a:off x="6393366" y="3888754"/>
            <a:ext cx="2533200" cy="2509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Inter"/>
                <a:ea typeface="Inter"/>
                <a:cs typeface="Inter"/>
                <a:sym typeface="Inter"/>
              </a:rPr>
              <a:t>в идее</a:t>
            </a:r>
            <a:endParaRPr sz="1800">
              <a:solidFill>
                <a:schemeClr val="lt2"/>
              </a:solidFill>
              <a:latin typeface="Inter"/>
              <a:ea typeface="Inter"/>
              <a:cs typeface="Inter"/>
              <a:sym typeface="Int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44" name="Shape 244"/>
        <p:cNvGrpSpPr/>
        <p:nvPr/>
      </p:nvGrpSpPr>
      <p:grpSpPr>
        <a:xfrm>
          <a:off x="0" y="0"/>
          <a:ext cx="0" cy="0"/>
          <a:chOff x="0" y="0"/>
          <a:chExt cx="0" cy="0"/>
        </a:xfrm>
      </p:grpSpPr>
      <p:pic>
        <p:nvPicPr>
          <p:cNvPr id="245" name="Google Shape;245;p29" title="Run Like a Girl - Commercial">
            <a:hlinkClick r:id="rId3"/>
          </p:cNvPr>
          <p:cNvPicPr preferRelativeResize="0"/>
          <p:nvPr/>
        </p:nvPicPr>
        <p:blipFill>
          <a:blip r:embed="rId4">
            <a:alphaModFix/>
          </a:blip>
          <a:stretch>
            <a:fillRect/>
          </a:stretch>
        </p:blipFill>
        <p:spPr>
          <a:xfrm>
            <a:off x="0" y="0"/>
            <a:ext cx="18288000" cy="10287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gtEl>
                                        <p:attrNameLst>
                                          <p:attrName>style.visibility</p:attrName>
                                        </p:attrNameLst>
                                      </p:cBhvr>
                                      <p:to>
                                        <p:strVal val="visible"/>
                                      </p:to>
                                    </p:set>
                                    <p:animEffect filter="fade" transition="in">
                                      <p:cBhvr>
                                        <p:cTn dur="1000"/>
                                        <p:tgtEl>
                                          <p:spTgt spid="2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249" name="Shape 249"/>
        <p:cNvGrpSpPr/>
        <p:nvPr/>
      </p:nvGrpSpPr>
      <p:grpSpPr>
        <a:xfrm>
          <a:off x="0" y="0"/>
          <a:ext cx="0" cy="0"/>
          <a:chOff x="0" y="0"/>
          <a:chExt cx="0" cy="0"/>
        </a:xfrm>
      </p:grpSpPr>
      <p:pic>
        <p:nvPicPr>
          <p:cNvPr id="250" name="Google Shape;250;p30"/>
          <p:cNvPicPr preferRelativeResize="0"/>
          <p:nvPr/>
        </p:nvPicPr>
        <p:blipFill rotWithShape="1">
          <a:blip r:embed="rId3">
            <a:alphaModFix/>
          </a:blip>
          <a:srcRect b="0" l="0" r="0" t="0"/>
          <a:stretch/>
        </p:blipFill>
        <p:spPr>
          <a:xfrm>
            <a:off x="16302800" y="9535099"/>
            <a:ext cx="1528003" cy="294700"/>
          </a:xfrm>
          <a:prstGeom prst="rect">
            <a:avLst/>
          </a:prstGeom>
          <a:noFill/>
          <a:ln>
            <a:noFill/>
          </a:ln>
        </p:spPr>
      </p:pic>
      <p:sp>
        <p:nvSpPr>
          <p:cNvPr id="251" name="Google Shape;251;p30"/>
          <p:cNvSpPr/>
          <p:nvPr/>
        </p:nvSpPr>
        <p:spPr>
          <a:xfrm>
            <a:off x="17332200" y="457200"/>
            <a:ext cx="498600" cy="498600"/>
          </a:xfrm>
          <a:prstGeom prst="ellipse">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solidFill>
                <a:srgbClr val="EBEBEB"/>
              </a:solidFill>
            </a:endParaRPr>
          </a:p>
        </p:txBody>
      </p:sp>
      <p:sp>
        <p:nvSpPr>
          <p:cNvPr id="252" name="Google Shape;252;p30"/>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sp>
        <p:nvSpPr>
          <p:cNvPr id="253" name="Google Shape;253;p30"/>
          <p:cNvSpPr txBox="1"/>
          <p:nvPr/>
        </p:nvSpPr>
        <p:spPr>
          <a:xfrm>
            <a:off x="240150" y="0"/>
            <a:ext cx="10599600" cy="29886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7000">
                <a:solidFill>
                  <a:schemeClr val="dk1"/>
                </a:solidFill>
                <a:latin typeface="Inter Medium"/>
                <a:ea typeface="Inter Medium"/>
                <a:cs typeface="Inter Medium"/>
                <a:sym typeface="Inter Medium"/>
              </a:rPr>
              <a:t>Где уникальное решение? </a:t>
            </a:r>
            <a:endParaRPr sz="7000">
              <a:solidFill>
                <a:schemeClr val="dk1"/>
              </a:solidFill>
              <a:latin typeface="Inter Medium"/>
              <a:ea typeface="Inter Medium"/>
              <a:cs typeface="Inter Medium"/>
              <a:sym typeface="Inter Medium"/>
            </a:endParaRPr>
          </a:p>
        </p:txBody>
      </p:sp>
      <p:sp>
        <p:nvSpPr>
          <p:cNvPr id="254" name="Google Shape;254;p30"/>
          <p:cNvSpPr/>
          <p:nvPr/>
        </p:nvSpPr>
        <p:spPr>
          <a:xfrm>
            <a:off x="6393366" y="3888754"/>
            <a:ext cx="2533200" cy="2509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Inter"/>
                <a:ea typeface="Inter"/>
                <a:cs typeface="Inter"/>
                <a:sym typeface="Inter"/>
              </a:rPr>
              <a:t>в идее</a:t>
            </a:r>
            <a:endParaRPr sz="1800">
              <a:solidFill>
                <a:schemeClr val="lt2"/>
              </a:solidFill>
              <a:latin typeface="Inter"/>
              <a:ea typeface="Inter"/>
              <a:cs typeface="Inter"/>
              <a:sym typeface="Int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258" name="Shape 258"/>
        <p:cNvGrpSpPr/>
        <p:nvPr/>
      </p:nvGrpSpPr>
      <p:grpSpPr>
        <a:xfrm>
          <a:off x="0" y="0"/>
          <a:ext cx="0" cy="0"/>
          <a:chOff x="0" y="0"/>
          <a:chExt cx="0" cy="0"/>
        </a:xfrm>
      </p:grpSpPr>
      <p:pic>
        <p:nvPicPr>
          <p:cNvPr id="259" name="Google Shape;259;p31"/>
          <p:cNvPicPr preferRelativeResize="0"/>
          <p:nvPr/>
        </p:nvPicPr>
        <p:blipFill rotWithShape="1">
          <a:blip r:embed="rId3">
            <a:alphaModFix/>
          </a:blip>
          <a:srcRect b="0" l="0" r="0" t="0"/>
          <a:stretch/>
        </p:blipFill>
        <p:spPr>
          <a:xfrm>
            <a:off x="16302800" y="9535099"/>
            <a:ext cx="1528003" cy="294700"/>
          </a:xfrm>
          <a:prstGeom prst="rect">
            <a:avLst/>
          </a:prstGeom>
          <a:noFill/>
          <a:ln>
            <a:noFill/>
          </a:ln>
        </p:spPr>
      </p:pic>
      <p:sp>
        <p:nvSpPr>
          <p:cNvPr id="260" name="Google Shape;260;p31"/>
          <p:cNvSpPr/>
          <p:nvPr/>
        </p:nvSpPr>
        <p:spPr>
          <a:xfrm>
            <a:off x="17332200" y="457200"/>
            <a:ext cx="498600" cy="498600"/>
          </a:xfrm>
          <a:prstGeom prst="ellipse">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solidFill>
                <a:srgbClr val="EBEBEB"/>
              </a:solidFill>
            </a:endParaRPr>
          </a:p>
        </p:txBody>
      </p:sp>
      <p:sp>
        <p:nvSpPr>
          <p:cNvPr id="261" name="Google Shape;261;p31"/>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sp>
        <p:nvSpPr>
          <p:cNvPr id="262" name="Google Shape;262;p31"/>
          <p:cNvSpPr txBox="1"/>
          <p:nvPr/>
        </p:nvSpPr>
        <p:spPr>
          <a:xfrm>
            <a:off x="240150" y="0"/>
            <a:ext cx="10599600" cy="29886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7000">
                <a:solidFill>
                  <a:schemeClr val="dk1"/>
                </a:solidFill>
                <a:latin typeface="Inter Medium"/>
                <a:ea typeface="Inter Medium"/>
                <a:cs typeface="Inter Medium"/>
                <a:sym typeface="Inter Medium"/>
              </a:rPr>
              <a:t>Где уникальное решение? </a:t>
            </a:r>
            <a:endParaRPr sz="7000">
              <a:solidFill>
                <a:schemeClr val="dk1"/>
              </a:solidFill>
              <a:latin typeface="Inter Medium"/>
              <a:ea typeface="Inter Medium"/>
              <a:cs typeface="Inter Medium"/>
              <a:sym typeface="Inter Medium"/>
            </a:endParaRPr>
          </a:p>
        </p:txBody>
      </p:sp>
      <p:sp>
        <p:nvSpPr>
          <p:cNvPr id="263" name="Google Shape;263;p31"/>
          <p:cNvSpPr/>
          <p:nvPr/>
        </p:nvSpPr>
        <p:spPr>
          <a:xfrm>
            <a:off x="457207" y="3888758"/>
            <a:ext cx="2533200" cy="2509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Inter"/>
                <a:ea typeface="Inter"/>
                <a:cs typeface="Inter"/>
                <a:sym typeface="Inter"/>
              </a:rPr>
              <a:t>категория</a:t>
            </a:r>
            <a:endParaRPr sz="1800">
              <a:solidFill>
                <a:schemeClr val="lt2"/>
              </a:solidFill>
              <a:latin typeface="Inter"/>
              <a:ea typeface="Inter"/>
              <a:cs typeface="Inter"/>
              <a:sym typeface="Inter"/>
            </a:endParaRPr>
          </a:p>
        </p:txBody>
      </p:sp>
      <p:sp>
        <p:nvSpPr>
          <p:cNvPr id="264" name="Google Shape;264;p31"/>
          <p:cNvSpPr/>
          <p:nvPr/>
        </p:nvSpPr>
        <p:spPr>
          <a:xfrm>
            <a:off x="6393366" y="3888754"/>
            <a:ext cx="2533200" cy="25095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accent2"/>
                </a:solidFill>
                <a:latin typeface="Inter"/>
                <a:ea typeface="Inter"/>
                <a:cs typeface="Inter"/>
                <a:sym typeface="Inter"/>
              </a:rPr>
              <a:t>в идее</a:t>
            </a:r>
            <a:endParaRPr sz="1800">
              <a:solidFill>
                <a:schemeClr val="accent2"/>
              </a:solidFill>
              <a:latin typeface="Inter"/>
              <a:ea typeface="Inter"/>
              <a:cs typeface="Inter"/>
              <a:sym typeface="Inte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68" name="Shape 268"/>
        <p:cNvGrpSpPr/>
        <p:nvPr/>
      </p:nvGrpSpPr>
      <p:grpSpPr>
        <a:xfrm>
          <a:off x="0" y="0"/>
          <a:ext cx="0" cy="0"/>
          <a:chOff x="0" y="0"/>
          <a:chExt cx="0" cy="0"/>
        </a:xfrm>
      </p:grpSpPr>
      <p:pic>
        <p:nvPicPr>
          <p:cNvPr descr="Controversial Depictions of Children" id="269" name="Google Shape;269;p32"/>
          <p:cNvPicPr preferRelativeResize="0"/>
          <p:nvPr/>
        </p:nvPicPr>
        <p:blipFill>
          <a:blip r:embed="rId3">
            <a:alphaModFix/>
          </a:blip>
          <a:stretch>
            <a:fillRect/>
          </a:stretch>
        </p:blipFill>
        <p:spPr>
          <a:xfrm>
            <a:off x="1816363" y="0"/>
            <a:ext cx="14655276" cy="1028699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73" name="Shape 273"/>
        <p:cNvGrpSpPr/>
        <p:nvPr/>
      </p:nvGrpSpPr>
      <p:grpSpPr>
        <a:xfrm>
          <a:off x="0" y="0"/>
          <a:ext cx="0" cy="0"/>
          <a:chOff x="0" y="0"/>
          <a:chExt cx="0" cy="0"/>
        </a:xfrm>
      </p:grpSpPr>
      <p:pic>
        <p:nvPicPr>
          <p:cNvPr descr="Controversial Depictions of Children" id="274" name="Google Shape;274;p33"/>
          <p:cNvPicPr preferRelativeResize="0"/>
          <p:nvPr/>
        </p:nvPicPr>
        <p:blipFill>
          <a:blip r:embed="rId3">
            <a:alphaModFix/>
          </a:blip>
          <a:stretch>
            <a:fillRect/>
          </a:stretch>
        </p:blipFill>
        <p:spPr>
          <a:xfrm>
            <a:off x="1816363" y="0"/>
            <a:ext cx="14655284" cy="102870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78" name="Shape 278"/>
        <p:cNvGrpSpPr/>
        <p:nvPr/>
      </p:nvGrpSpPr>
      <p:grpSpPr>
        <a:xfrm>
          <a:off x="0" y="0"/>
          <a:ext cx="0" cy="0"/>
          <a:chOff x="0" y="0"/>
          <a:chExt cx="0" cy="0"/>
        </a:xfrm>
      </p:grpSpPr>
      <p:pic>
        <p:nvPicPr>
          <p:cNvPr id="279" name="Google Shape;279;p34"/>
          <p:cNvPicPr preferRelativeResize="0"/>
          <p:nvPr/>
        </p:nvPicPr>
        <p:blipFill>
          <a:blip r:embed="rId3">
            <a:alphaModFix/>
          </a:blip>
          <a:stretch>
            <a:fillRect/>
          </a:stretch>
        </p:blipFill>
        <p:spPr>
          <a:xfrm>
            <a:off x="1816363" y="0"/>
            <a:ext cx="14655285" cy="1028700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83" name="Shape 283"/>
        <p:cNvGrpSpPr/>
        <p:nvPr/>
      </p:nvGrpSpPr>
      <p:grpSpPr>
        <a:xfrm>
          <a:off x="0" y="0"/>
          <a:ext cx="0" cy="0"/>
          <a:chOff x="0" y="0"/>
          <a:chExt cx="0" cy="0"/>
        </a:xfrm>
      </p:grpSpPr>
      <p:pic>
        <p:nvPicPr>
          <p:cNvPr id="284" name="Google Shape;284;p35"/>
          <p:cNvPicPr preferRelativeResize="0"/>
          <p:nvPr/>
        </p:nvPicPr>
        <p:blipFill>
          <a:blip r:embed="rId3">
            <a:alphaModFix/>
          </a:blip>
          <a:stretch>
            <a:fillRect/>
          </a:stretch>
        </p:blipFill>
        <p:spPr>
          <a:xfrm>
            <a:off x="1816363" y="0"/>
            <a:ext cx="14655285" cy="1028700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88" name="Shape 288"/>
        <p:cNvGrpSpPr/>
        <p:nvPr/>
      </p:nvGrpSpPr>
      <p:grpSpPr>
        <a:xfrm>
          <a:off x="0" y="0"/>
          <a:ext cx="0" cy="0"/>
          <a:chOff x="0" y="0"/>
          <a:chExt cx="0" cy="0"/>
        </a:xfrm>
      </p:grpSpPr>
      <p:pic>
        <p:nvPicPr>
          <p:cNvPr id="289" name="Google Shape;289;p36"/>
          <p:cNvPicPr preferRelativeResize="0"/>
          <p:nvPr/>
        </p:nvPicPr>
        <p:blipFill>
          <a:blip r:embed="rId3">
            <a:alphaModFix/>
          </a:blip>
          <a:stretch>
            <a:fillRect/>
          </a:stretch>
        </p:blipFill>
        <p:spPr>
          <a:xfrm>
            <a:off x="9143998" y="399563"/>
            <a:ext cx="6689826" cy="4695799"/>
          </a:xfrm>
          <a:prstGeom prst="rect">
            <a:avLst/>
          </a:prstGeom>
          <a:noFill/>
          <a:ln>
            <a:noFill/>
          </a:ln>
        </p:spPr>
      </p:pic>
      <p:pic>
        <p:nvPicPr>
          <p:cNvPr id="290" name="Google Shape;290;p36"/>
          <p:cNvPicPr preferRelativeResize="0"/>
          <p:nvPr/>
        </p:nvPicPr>
        <p:blipFill>
          <a:blip r:embed="rId4">
            <a:alphaModFix/>
          </a:blip>
          <a:stretch>
            <a:fillRect/>
          </a:stretch>
        </p:blipFill>
        <p:spPr>
          <a:xfrm>
            <a:off x="9144000" y="5095350"/>
            <a:ext cx="6689826" cy="4695795"/>
          </a:xfrm>
          <a:prstGeom prst="rect">
            <a:avLst/>
          </a:prstGeom>
          <a:noFill/>
          <a:ln>
            <a:noFill/>
          </a:ln>
        </p:spPr>
      </p:pic>
      <p:pic>
        <p:nvPicPr>
          <p:cNvPr descr="Controversial Depictions of Children" id="291" name="Google Shape;291;p36"/>
          <p:cNvPicPr preferRelativeResize="0"/>
          <p:nvPr/>
        </p:nvPicPr>
        <p:blipFill>
          <a:blip r:embed="rId5">
            <a:alphaModFix/>
          </a:blip>
          <a:stretch>
            <a:fillRect/>
          </a:stretch>
        </p:blipFill>
        <p:spPr>
          <a:xfrm>
            <a:off x="2454200" y="399565"/>
            <a:ext cx="6689826" cy="4695785"/>
          </a:xfrm>
          <a:prstGeom prst="rect">
            <a:avLst/>
          </a:prstGeom>
          <a:noFill/>
          <a:ln>
            <a:noFill/>
          </a:ln>
        </p:spPr>
      </p:pic>
      <p:pic>
        <p:nvPicPr>
          <p:cNvPr descr="Controversial Depictions of Children" id="292" name="Google Shape;292;p36"/>
          <p:cNvPicPr preferRelativeResize="0"/>
          <p:nvPr/>
        </p:nvPicPr>
        <p:blipFill>
          <a:blip r:embed="rId6">
            <a:alphaModFix/>
          </a:blip>
          <a:stretch>
            <a:fillRect/>
          </a:stretch>
        </p:blipFill>
        <p:spPr>
          <a:xfrm>
            <a:off x="2454216" y="5095362"/>
            <a:ext cx="6689790" cy="46957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96" name="Shape 296"/>
        <p:cNvGrpSpPr/>
        <p:nvPr/>
      </p:nvGrpSpPr>
      <p:grpSpPr>
        <a:xfrm>
          <a:off x="0" y="0"/>
          <a:ext cx="0" cy="0"/>
          <a:chOff x="0" y="0"/>
          <a:chExt cx="0" cy="0"/>
        </a:xfrm>
      </p:grpSpPr>
      <p:pic>
        <p:nvPicPr>
          <p:cNvPr descr="Hinge profiles themselves as &quot;the Dating App Designed to Be Deleted&quot;, indicating their success in matching you with your ideal partner.&#10;&#10;On several occasions they have paid attention to Marketing the Rainbow. In this video, we see both a gay and a lesbian couple." id="297" name="Google Shape;297;p37" title="Hinge - the Dating App Designed to Be Deleted (2019)">
            <a:hlinkClick r:id="rId3"/>
          </p:cNvPr>
          <p:cNvPicPr preferRelativeResize="0"/>
          <p:nvPr/>
        </p:nvPicPr>
        <p:blipFill>
          <a:blip r:embed="rId4">
            <a:alphaModFix/>
          </a:blip>
          <a:stretch>
            <a:fillRect/>
          </a:stretch>
        </p:blipFill>
        <p:spPr>
          <a:xfrm>
            <a:off x="0" y="0"/>
            <a:ext cx="18288000" cy="10287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1000"/>
                                        <p:tgtEl>
                                          <p:spTgt spid="2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01" name="Shape 301"/>
        <p:cNvGrpSpPr/>
        <p:nvPr/>
      </p:nvGrpSpPr>
      <p:grpSpPr>
        <a:xfrm>
          <a:off x="0" y="0"/>
          <a:ext cx="0" cy="0"/>
          <a:chOff x="0" y="0"/>
          <a:chExt cx="0" cy="0"/>
        </a:xfrm>
      </p:grpSpPr>
      <p:pic>
        <p:nvPicPr>
          <p:cNvPr descr="Hinge is the dating app that's designed to be deleted.&#10;&#10;By bringing our app icon to life and having it die as couples hit it off, we’re letting the world know that we truly want to help our users find someone worth deleting the app for. Hinge is literally dying for you to find love.&#10;&#10;Sometimes, it's the everyday things that make you go, &quot;Huh...I really like this person.&quot; From hanging out at the dog park to trips to the museum, watch Hingie, Hinge's new mascot, meet its end as new couples delete the app.&#10;&#10;Sign up for Hinge today: https://hin.ge/YouTube" id="302" name="Google Shape;302;p38" title="Hinge, the Dating App Designed to Be Deleted">
            <a:hlinkClick r:id="rId3"/>
          </p:cNvPr>
          <p:cNvPicPr preferRelativeResize="0"/>
          <p:nvPr/>
        </p:nvPicPr>
        <p:blipFill>
          <a:blip r:embed="rId4">
            <a:alphaModFix/>
          </a:blip>
          <a:stretch>
            <a:fillRect/>
          </a:stretch>
        </p:blipFill>
        <p:spPr>
          <a:xfrm>
            <a:off x="0" y="0"/>
            <a:ext cx="18288000" cy="10287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1000"/>
                                        <p:tgtEl>
                                          <p:spTgt spid="3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306" name="Shape 306"/>
        <p:cNvGrpSpPr/>
        <p:nvPr/>
      </p:nvGrpSpPr>
      <p:grpSpPr>
        <a:xfrm>
          <a:off x="0" y="0"/>
          <a:ext cx="0" cy="0"/>
          <a:chOff x="0" y="0"/>
          <a:chExt cx="0" cy="0"/>
        </a:xfrm>
      </p:grpSpPr>
      <p:pic>
        <p:nvPicPr>
          <p:cNvPr id="307" name="Google Shape;307;p39"/>
          <p:cNvPicPr preferRelativeResize="0"/>
          <p:nvPr/>
        </p:nvPicPr>
        <p:blipFill rotWithShape="1">
          <a:blip r:embed="rId3">
            <a:alphaModFix/>
          </a:blip>
          <a:srcRect b="0" l="0" r="0" t="0"/>
          <a:stretch/>
        </p:blipFill>
        <p:spPr>
          <a:xfrm>
            <a:off x="16302800" y="9535099"/>
            <a:ext cx="1528003" cy="294700"/>
          </a:xfrm>
          <a:prstGeom prst="rect">
            <a:avLst/>
          </a:prstGeom>
          <a:noFill/>
          <a:ln>
            <a:noFill/>
          </a:ln>
        </p:spPr>
      </p:pic>
      <p:sp>
        <p:nvSpPr>
          <p:cNvPr id="308" name="Google Shape;308;p39"/>
          <p:cNvSpPr/>
          <p:nvPr/>
        </p:nvSpPr>
        <p:spPr>
          <a:xfrm>
            <a:off x="17332200" y="457200"/>
            <a:ext cx="498600" cy="498600"/>
          </a:xfrm>
          <a:prstGeom prst="ellipse">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solidFill>
                <a:srgbClr val="EBEBEB"/>
              </a:solidFill>
            </a:endParaRPr>
          </a:p>
        </p:txBody>
      </p:sp>
      <p:sp>
        <p:nvSpPr>
          <p:cNvPr id="309" name="Google Shape;309;p39"/>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sp>
        <p:nvSpPr>
          <p:cNvPr id="310" name="Google Shape;310;p39"/>
          <p:cNvSpPr txBox="1"/>
          <p:nvPr/>
        </p:nvSpPr>
        <p:spPr>
          <a:xfrm>
            <a:off x="240150" y="0"/>
            <a:ext cx="10599600" cy="29886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7000">
                <a:solidFill>
                  <a:schemeClr val="dk1"/>
                </a:solidFill>
                <a:latin typeface="Inter Medium"/>
                <a:ea typeface="Inter Medium"/>
                <a:cs typeface="Inter Medium"/>
                <a:sym typeface="Inter Medium"/>
              </a:rPr>
              <a:t>Где уникальное решение? </a:t>
            </a:r>
            <a:endParaRPr sz="7000">
              <a:solidFill>
                <a:schemeClr val="dk1"/>
              </a:solidFill>
              <a:latin typeface="Inter Medium"/>
              <a:ea typeface="Inter Medium"/>
              <a:cs typeface="Inter Medium"/>
              <a:sym typeface="Inter Medium"/>
            </a:endParaRPr>
          </a:p>
        </p:txBody>
      </p:sp>
      <p:sp>
        <p:nvSpPr>
          <p:cNvPr id="311" name="Google Shape;311;p39"/>
          <p:cNvSpPr/>
          <p:nvPr/>
        </p:nvSpPr>
        <p:spPr>
          <a:xfrm>
            <a:off x="457207" y="3888758"/>
            <a:ext cx="2533200" cy="2509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Inter"/>
                <a:ea typeface="Inter"/>
                <a:cs typeface="Inter"/>
                <a:sym typeface="Inter"/>
              </a:rPr>
              <a:t>категория</a:t>
            </a:r>
            <a:endParaRPr sz="1800">
              <a:solidFill>
                <a:schemeClr val="lt2"/>
              </a:solidFill>
              <a:latin typeface="Inter"/>
              <a:ea typeface="Inter"/>
              <a:cs typeface="Inter"/>
              <a:sym typeface="Inter"/>
            </a:endParaRPr>
          </a:p>
        </p:txBody>
      </p:sp>
      <p:sp>
        <p:nvSpPr>
          <p:cNvPr id="312" name="Google Shape;312;p39"/>
          <p:cNvSpPr/>
          <p:nvPr/>
        </p:nvSpPr>
        <p:spPr>
          <a:xfrm>
            <a:off x="6393366" y="3888754"/>
            <a:ext cx="2533200" cy="25095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accent2"/>
                </a:solidFill>
                <a:latin typeface="Inter"/>
                <a:ea typeface="Inter"/>
                <a:cs typeface="Inter"/>
                <a:sym typeface="Inter"/>
              </a:rPr>
              <a:t>в идее</a:t>
            </a:r>
            <a:endParaRPr sz="1800">
              <a:solidFill>
                <a:schemeClr val="accent2"/>
              </a:solidFill>
              <a:latin typeface="Inter"/>
              <a:ea typeface="Inter"/>
              <a:cs typeface="Inter"/>
              <a:sym typeface="Inte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316" name="Shape 316"/>
        <p:cNvGrpSpPr/>
        <p:nvPr/>
      </p:nvGrpSpPr>
      <p:grpSpPr>
        <a:xfrm>
          <a:off x="0" y="0"/>
          <a:ext cx="0" cy="0"/>
          <a:chOff x="0" y="0"/>
          <a:chExt cx="0" cy="0"/>
        </a:xfrm>
      </p:grpSpPr>
      <p:pic>
        <p:nvPicPr>
          <p:cNvPr id="317" name="Google Shape;317;p40"/>
          <p:cNvPicPr preferRelativeResize="0"/>
          <p:nvPr/>
        </p:nvPicPr>
        <p:blipFill rotWithShape="1">
          <a:blip r:embed="rId3">
            <a:alphaModFix/>
          </a:blip>
          <a:srcRect b="0" l="0" r="0" t="0"/>
          <a:stretch/>
        </p:blipFill>
        <p:spPr>
          <a:xfrm>
            <a:off x="16302800" y="9535099"/>
            <a:ext cx="1528003" cy="294700"/>
          </a:xfrm>
          <a:prstGeom prst="rect">
            <a:avLst/>
          </a:prstGeom>
          <a:noFill/>
          <a:ln>
            <a:noFill/>
          </a:ln>
        </p:spPr>
      </p:pic>
      <p:sp>
        <p:nvSpPr>
          <p:cNvPr id="318" name="Google Shape;318;p40"/>
          <p:cNvSpPr/>
          <p:nvPr/>
        </p:nvSpPr>
        <p:spPr>
          <a:xfrm>
            <a:off x="17332200" y="457200"/>
            <a:ext cx="498600" cy="498600"/>
          </a:xfrm>
          <a:prstGeom prst="ellipse">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solidFill>
                <a:srgbClr val="EBEBEB"/>
              </a:solidFill>
            </a:endParaRPr>
          </a:p>
        </p:txBody>
      </p:sp>
      <p:sp>
        <p:nvSpPr>
          <p:cNvPr id="319" name="Google Shape;319;p40"/>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sp>
        <p:nvSpPr>
          <p:cNvPr id="320" name="Google Shape;320;p40"/>
          <p:cNvSpPr txBox="1"/>
          <p:nvPr/>
        </p:nvSpPr>
        <p:spPr>
          <a:xfrm>
            <a:off x="240150" y="0"/>
            <a:ext cx="10599600" cy="29886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7000">
                <a:solidFill>
                  <a:schemeClr val="dk1"/>
                </a:solidFill>
                <a:latin typeface="Inter Medium"/>
                <a:ea typeface="Inter Medium"/>
                <a:cs typeface="Inter Medium"/>
                <a:sym typeface="Inter Medium"/>
              </a:rPr>
              <a:t>Где уникальное решение? </a:t>
            </a:r>
            <a:endParaRPr sz="7000">
              <a:solidFill>
                <a:schemeClr val="dk1"/>
              </a:solidFill>
              <a:latin typeface="Inter Medium"/>
              <a:ea typeface="Inter Medium"/>
              <a:cs typeface="Inter Medium"/>
              <a:sym typeface="Inter Medium"/>
            </a:endParaRPr>
          </a:p>
        </p:txBody>
      </p:sp>
      <p:sp>
        <p:nvSpPr>
          <p:cNvPr id="321" name="Google Shape;321;p40"/>
          <p:cNvSpPr/>
          <p:nvPr/>
        </p:nvSpPr>
        <p:spPr>
          <a:xfrm>
            <a:off x="6393366" y="3888754"/>
            <a:ext cx="2533200" cy="25095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accent2"/>
                </a:solidFill>
                <a:latin typeface="Inter"/>
                <a:ea typeface="Inter"/>
                <a:cs typeface="Inter"/>
                <a:sym typeface="Inter"/>
              </a:rPr>
              <a:t>в идее</a:t>
            </a:r>
            <a:endParaRPr sz="1800">
              <a:solidFill>
                <a:schemeClr val="accent2"/>
              </a:solidFill>
              <a:latin typeface="Inter"/>
              <a:ea typeface="Inter"/>
              <a:cs typeface="Inter"/>
              <a:sym typeface="Inter"/>
            </a:endParaRPr>
          </a:p>
        </p:txBody>
      </p:sp>
      <p:sp>
        <p:nvSpPr>
          <p:cNvPr id="322" name="Google Shape;322;p40"/>
          <p:cNvSpPr/>
          <p:nvPr/>
        </p:nvSpPr>
        <p:spPr>
          <a:xfrm>
            <a:off x="457207" y="3888758"/>
            <a:ext cx="2533200" cy="25095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accent2"/>
                </a:solidFill>
                <a:latin typeface="Inter"/>
                <a:ea typeface="Inter"/>
                <a:cs typeface="Inter"/>
                <a:sym typeface="Inter"/>
              </a:rPr>
              <a:t>категория</a:t>
            </a:r>
            <a:endParaRPr sz="1800">
              <a:solidFill>
                <a:schemeClr val="accent2"/>
              </a:solidFill>
              <a:latin typeface="Inter"/>
              <a:ea typeface="Inter"/>
              <a:cs typeface="Inter"/>
              <a:sym typeface="Inter"/>
            </a:endParaRPr>
          </a:p>
        </p:txBody>
      </p:sp>
      <p:sp>
        <p:nvSpPr>
          <p:cNvPr id="323" name="Google Shape;323;p40"/>
          <p:cNvSpPr/>
          <p:nvPr/>
        </p:nvSpPr>
        <p:spPr>
          <a:xfrm>
            <a:off x="3425286" y="3888760"/>
            <a:ext cx="2533200" cy="2509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Inter"/>
                <a:ea typeface="Inter"/>
                <a:cs typeface="Inter"/>
                <a:sym typeface="Inter"/>
              </a:rPr>
              <a:t>стратегия</a:t>
            </a:r>
            <a:endParaRPr sz="1800">
              <a:solidFill>
                <a:schemeClr val="lt2"/>
              </a:solidFill>
              <a:latin typeface="Inter"/>
              <a:ea typeface="Inter"/>
              <a:cs typeface="Inter"/>
              <a:sym typeface="Inte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327" name="Shape 327"/>
        <p:cNvGrpSpPr/>
        <p:nvPr/>
      </p:nvGrpSpPr>
      <p:grpSpPr>
        <a:xfrm>
          <a:off x="0" y="0"/>
          <a:ext cx="0" cy="0"/>
          <a:chOff x="0" y="0"/>
          <a:chExt cx="0" cy="0"/>
        </a:xfrm>
      </p:grpSpPr>
      <p:pic>
        <p:nvPicPr>
          <p:cNvPr id="328" name="Google Shape;328;p41"/>
          <p:cNvPicPr preferRelativeResize="0"/>
          <p:nvPr/>
        </p:nvPicPr>
        <p:blipFill rotWithShape="1">
          <a:blip r:embed="rId3">
            <a:alphaModFix/>
          </a:blip>
          <a:srcRect b="0" l="0" r="0" t="0"/>
          <a:stretch/>
        </p:blipFill>
        <p:spPr>
          <a:xfrm>
            <a:off x="16302800" y="9535099"/>
            <a:ext cx="1528003" cy="294700"/>
          </a:xfrm>
          <a:prstGeom prst="rect">
            <a:avLst/>
          </a:prstGeom>
          <a:noFill/>
          <a:ln>
            <a:noFill/>
          </a:ln>
        </p:spPr>
      </p:pic>
      <p:sp>
        <p:nvSpPr>
          <p:cNvPr id="329" name="Google Shape;329;p41"/>
          <p:cNvSpPr/>
          <p:nvPr/>
        </p:nvSpPr>
        <p:spPr>
          <a:xfrm>
            <a:off x="17332200" y="457200"/>
            <a:ext cx="498600" cy="498600"/>
          </a:xfrm>
          <a:prstGeom prst="ellipse">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solidFill>
                <a:srgbClr val="EBEBEB"/>
              </a:solidFill>
            </a:endParaRPr>
          </a:p>
        </p:txBody>
      </p:sp>
      <p:sp>
        <p:nvSpPr>
          <p:cNvPr id="330" name="Google Shape;330;p41"/>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pic>
        <p:nvPicPr>
          <p:cNvPr id="331" name="Google Shape;331;p41"/>
          <p:cNvPicPr preferRelativeResize="0"/>
          <p:nvPr/>
        </p:nvPicPr>
        <p:blipFill>
          <a:blip r:embed="rId4">
            <a:alphaModFix/>
          </a:blip>
          <a:stretch>
            <a:fillRect/>
          </a:stretch>
        </p:blipFill>
        <p:spPr>
          <a:xfrm>
            <a:off x="457200" y="730475"/>
            <a:ext cx="7139599" cy="409159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35" name="Shape 335"/>
        <p:cNvGrpSpPr/>
        <p:nvPr/>
      </p:nvGrpSpPr>
      <p:grpSpPr>
        <a:xfrm>
          <a:off x="0" y="0"/>
          <a:ext cx="0" cy="0"/>
          <a:chOff x="0" y="0"/>
          <a:chExt cx="0" cy="0"/>
        </a:xfrm>
      </p:grpSpPr>
      <p:pic>
        <p:nvPicPr>
          <p:cNvPr descr="Nike's 2012 &quot;Find Your Greatness&quot; campaign.  Bravo!" id="336" name="Google Shape;336;p42" title="Nike: Find Your Greatness">
            <a:hlinkClick r:id="rId3"/>
          </p:cNvPr>
          <p:cNvPicPr preferRelativeResize="0"/>
          <p:nvPr/>
        </p:nvPicPr>
        <p:blipFill>
          <a:blip r:embed="rId4">
            <a:alphaModFix/>
          </a:blip>
          <a:stretch>
            <a:fillRect/>
          </a:stretch>
        </p:blipFill>
        <p:spPr>
          <a:xfrm>
            <a:off x="0" y="0"/>
            <a:ext cx="18288000" cy="10287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6"/>
                                        </p:tgtEl>
                                        <p:attrNameLst>
                                          <p:attrName>style.visibility</p:attrName>
                                        </p:attrNameLst>
                                      </p:cBhvr>
                                      <p:to>
                                        <p:strVal val="visible"/>
                                      </p:to>
                                    </p:set>
                                    <p:animEffect filter="fade" transition="in">
                                      <p:cBhvr>
                                        <p:cTn dur="1000"/>
                                        <p:tgtEl>
                                          <p:spTgt spid="3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40" name="Shape 340"/>
        <p:cNvGrpSpPr/>
        <p:nvPr/>
      </p:nvGrpSpPr>
      <p:grpSpPr>
        <a:xfrm>
          <a:off x="0" y="0"/>
          <a:ext cx="0" cy="0"/>
          <a:chOff x="0" y="0"/>
          <a:chExt cx="0" cy="0"/>
        </a:xfrm>
      </p:grpSpPr>
      <p:sp>
        <p:nvSpPr>
          <p:cNvPr id="341" name="Google Shape;341;p43"/>
          <p:cNvSpPr txBox="1"/>
          <p:nvPr/>
        </p:nvSpPr>
        <p:spPr>
          <a:xfrm>
            <a:off x="0" y="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https://www.youtube.com/watch?v=n8EdcBEeM9E</a:t>
            </a:r>
            <a:endParaRPr/>
          </a:p>
        </p:txBody>
      </p:sp>
      <p:pic>
        <p:nvPicPr>
          <p:cNvPr id="342" name="Google Shape;342;p43" title="Kindergarten On Wheels">
            <a:hlinkClick r:id="rId3"/>
          </p:cNvPr>
          <p:cNvPicPr preferRelativeResize="0"/>
          <p:nvPr/>
        </p:nvPicPr>
        <p:blipFill>
          <a:blip r:embed="rId4">
            <a:alphaModFix/>
          </a:blip>
          <a:stretch>
            <a:fillRect/>
          </a:stretch>
        </p:blipFill>
        <p:spPr>
          <a:xfrm>
            <a:off x="-24000" y="0"/>
            <a:ext cx="18288000" cy="10287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1000"/>
                                        <p:tgtEl>
                                          <p:spTgt spid="3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346" name="Shape 346"/>
        <p:cNvGrpSpPr/>
        <p:nvPr/>
      </p:nvGrpSpPr>
      <p:grpSpPr>
        <a:xfrm>
          <a:off x="0" y="0"/>
          <a:ext cx="0" cy="0"/>
          <a:chOff x="0" y="0"/>
          <a:chExt cx="0" cy="0"/>
        </a:xfrm>
      </p:grpSpPr>
      <p:pic>
        <p:nvPicPr>
          <p:cNvPr id="347" name="Google Shape;347;p44"/>
          <p:cNvPicPr preferRelativeResize="0"/>
          <p:nvPr/>
        </p:nvPicPr>
        <p:blipFill rotWithShape="1">
          <a:blip r:embed="rId3">
            <a:alphaModFix/>
          </a:blip>
          <a:srcRect b="0" l="0" r="0" t="0"/>
          <a:stretch/>
        </p:blipFill>
        <p:spPr>
          <a:xfrm>
            <a:off x="16302800" y="9535099"/>
            <a:ext cx="1528003" cy="294700"/>
          </a:xfrm>
          <a:prstGeom prst="rect">
            <a:avLst/>
          </a:prstGeom>
          <a:noFill/>
          <a:ln>
            <a:noFill/>
          </a:ln>
        </p:spPr>
      </p:pic>
      <p:sp>
        <p:nvSpPr>
          <p:cNvPr id="348" name="Google Shape;348;p44"/>
          <p:cNvSpPr/>
          <p:nvPr/>
        </p:nvSpPr>
        <p:spPr>
          <a:xfrm>
            <a:off x="17332200" y="457200"/>
            <a:ext cx="498600" cy="498600"/>
          </a:xfrm>
          <a:prstGeom prst="ellipse">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solidFill>
                <a:srgbClr val="EBEBEB"/>
              </a:solidFill>
            </a:endParaRPr>
          </a:p>
        </p:txBody>
      </p:sp>
      <p:sp>
        <p:nvSpPr>
          <p:cNvPr id="349" name="Google Shape;349;p44"/>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sp>
        <p:nvSpPr>
          <p:cNvPr id="350" name="Google Shape;350;p44"/>
          <p:cNvSpPr txBox="1"/>
          <p:nvPr/>
        </p:nvSpPr>
        <p:spPr>
          <a:xfrm>
            <a:off x="240150" y="0"/>
            <a:ext cx="10599600" cy="29886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7000">
                <a:solidFill>
                  <a:schemeClr val="dk1"/>
                </a:solidFill>
                <a:latin typeface="Inter Medium"/>
                <a:ea typeface="Inter Medium"/>
                <a:cs typeface="Inter Medium"/>
                <a:sym typeface="Inter Medium"/>
              </a:rPr>
              <a:t>Где уникальное решение? </a:t>
            </a:r>
            <a:endParaRPr sz="7000">
              <a:solidFill>
                <a:schemeClr val="dk1"/>
              </a:solidFill>
              <a:latin typeface="Inter Medium"/>
              <a:ea typeface="Inter Medium"/>
              <a:cs typeface="Inter Medium"/>
              <a:sym typeface="Inter Medium"/>
            </a:endParaRPr>
          </a:p>
        </p:txBody>
      </p:sp>
      <p:sp>
        <p:nvSpPr>
          <p:cNvPr id="351" name="Google Shape;351;p44"/>
          <p:cNvSpPr/>
          <p:nvPr/>
        </p:nvSpPr>
        <p:spPr>
          <a:xfrm>
            <a:off x="6393366" y="3888754"/>
            <a:ext cx="2533200" cy="25095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accent2"/>
                </a:solidFill>
                <a:latin typeface="Inter"/>
                <a:ea typeface="Inter"/>
                <a:cs typeface="Inter"/>
                <a:sym typeface="Inter"/>
              </a:rPr>
              <a:t>в идее</a:t>
            </a:r>
            <a:endParaRPr sz="1800">
              <a:solidFill>
                <a:schemeClr val="accent2"/>
              </a:solidFill>
              <a:latin typeface="Inter"/>
              <a:ea typeface="Inter"/>
              <a:cs typeface="Inter"/>
              <a:sym typeface="Inter"/>
            </a:endParaRPr>
          </a:p>
        </p:txBody>
      </p:sp>
      <p:sp>
        <p:nvSpPr>
          <p:cNvPr id="352" name="Google Shape;352;p44"/>
          <p:cNvSpPr/>
          <p:nvPr/>
        </p:nvSpPr>
        <p:spPr>
          <a:xfrm>
            <a:off x="457207" y="3888758"/>
            <a:ext cx="2533200" cy="25095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accent2"/>
                </a:solidFill>
                <a:latin typeface="Inter"/>
                <a:ea typeface="Inter"/>
                <a:cs typeface="Inter"/>
                <a:sym typeface="Inter"/>
              </a:rPr>
              <a:t>категория</a:t>
            </a:r>
            <a:endParaRPr sz="1800">
              <a:solidFill>
                <a:schemeClr val="accent2"/>
              </a:solidFill>
              <a:latin typeface="Inter"/>
              <a:ea typeface="Inter"/>
              <a:cs typeface="Inter"/>
              <a:sym typeface="Inter"/>
            </a:endParaRPr>
          </a:p>
        </p:txBody>
      </p:sp>
      <p:sp>
        <p:nvSpPr>
          <p:cNvPr id="353" name="Google Shape;353;p44"/>
          <p:cNvSpPr/>
          <p:nvPr/>
        </p:nvSpPr>
        <p:spPr>
          <a:xfrm>
            <a:off x="3425286" y="3888760"/>
            <a:ext cx="2533200" cy="2509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Inter"/>
                <a:ea typeface="Inter"/>
                <a:cs typeface="Inter"/>
                <a:sym typeface="Inter"/>
              </a:rPr>
              <a:t>стратегия</a:t>
            </a:r>
            <a:endParaRPr sz="1800">
              <a:solidFill>
                <a:schemeClr val="lt2"/>
              </a:solidFill>
              <a:latin typeface="Inter"/>
              <a:ea typeface="Inter"/>
              <a:cs typeface="Inter"/>
              <a:sym typeface="Inte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357" name="Shape 357"/>
        <p:cNvGrpSpPr/>
        <p:nvPr/>
      </p:nvGrpSpPr>
      <p:grpSpPr>
        <a:xfrm>
          <a:off x="0" y="0"/>
          <a:ext cx="0" cy="0"/>
          <a:chOff x="0" y="0"/>
          <a:chExt cx="0" cy="0"/>
        </a:xfrm>
      </p:grpSpPr>
      <p:pic>
        <p:nvPicPr>
          <p:cNvPr id="358" name="Google Shape;358;p45"/>
          <p:cNvPicPr preferRelativeResize="0"/>
          <p:nvPr/>
        </p:nvPicPr>
        <p:blipFill rotWithShape="1">
          <a:blip r:embed="rId3">
            <a:alphaModFix/>
          </a:blip>
          <a:srcRect b="0" l="0" r="0" t="0"/>
          <a:stretch/>
        </p:blipFill>
        <p:spPr>
          <a:xfrm>
            <a:off x="16302800" y="9535099"/>
            <a:ext cx="1528003" cy="294700"/>
          </a:xfrm>
          <a:prstGeom prst="rect">
            <a:avLst/>
          </a:prstGeom>
          <a:noFill/>
          <a:ln>
            <a:noFill/>
          </a:ln>
        </p:spPr>
      </p:pic>
      <p:sp>
        <p:nvSpPr>
          <p:cNvPr id="359" name="Google Shape;359;p45"/>
          <p:cNvSpPr/>
          <p:nvPr/>
        </p:nvSpPr>
        <p:spPr>
          <a:xfrm>
            <a:off x="17332200" y="457200"/>
            <a:ext cx="498600" cy="498600"/>
          </a:xfrm>
          <a:prstGeom prst="ellipse">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solidFill>
                <a:srgbClr val="EBEBEB"/>
              </a:solidFill>
            </a:endParaRPr>
          </a:p>
        </p:txBody>
      </p:sp>
      <p:sp>
        <p:nvSpPr>
          <p:cNvPr id="360" name="Google Shape;360;p45"/>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sp>
        <p:nvSpPr>
          <p:cNvPr id="361" name="Google Shape;361;p45"/>
          <p:cNvSpPr txBox="1"/>
          <p:nvPr/>
        </p:nvSpPr>
        <p:spPr>
          <a:xfrm>
            <a:off x="240150" y="0"/>
            <a:ext cx="10599600" cy="29886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7000">
                <a:solidFill>
                  <a:schemeClr val="dk1"/>
                </a:solidFill>
                <a:latin typeface="Inter Medium"/>
                <a:ea typeface="Inter Medium"/>
                <a:cs typeface="Inter Medium"/>
                <a:sym typeface="Inter Medium"/>
              </a:rPr>
              <a:t>Где уникальное решение? </a:t>
            </a:r>
            <a:endParaRPr sz="7000">
              <a:solidFill>
                <a:schemeClr val="dk1"/>
              </a:solidFill>
              <a:latin typeface="Inter Medium"/>
              <a:ea typeface="Inter Medium"/>
              <a:cs typeface="Inter Medium"/>
              <a:sym typeface="Inter Medium"/>
            </a:endParaRPr>
          </a:p>
        </p:txBody>
      </p:sp>
      <p:sp>
        <p:nvSpPr>
          <p:cNvPr id="362" name="Google Shape;362;p45"/>
          <p:cNvSpPr/>
          <p:nvPr/>
        </p:nvSpPr>
        <p:spPr>
          <a:xfrm>
            <a:off x="6393366" y="3888754"/>
            <a:ext cx="2533200" cy="25095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accent2"/>
                </a:solidFill>
                <a:latin typeface="Inter"/>
                <a:ea typeface="Inter"/>
                <a:cs typeface="Inter"/>
                <a:sym typeface="Inter"/>
              </a:rPr>
              <a:t>в идее</a:t>
            </a:r>
            <a:endParaRPr sz="1800">
              <a:solidFill>
                <a:schemeClr val="accent2"/>
              </a:solidFill>
              <a:latin typeface="Inter"/>
              <a:ea typeface="Inter"/>
              <a:cs typeface="Inter"/>
              <a:sym typeface="Inter"/>
            </a:endParaRPr>
          </a:p>
        </p:txBody>
      </p:sp>
      <p:sp>
        <p:nvSpPr>
          <p:cNvPr id="363" name="Google Shape;363;p45"/>
          <p:cNvSpPr/>
          <p:nvPr/>
        </p:nvSpPr>
        <p:spPr>
          <a:xfrm>
            <a:off x="457207" y="3888758"/>
            <a:ext cx="2533200" cy="25095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accent2"/>
                </a:solidFill>
                <a:latin typeface="Inter"/>
                <a:ea typeface="Inter"/>
                <a:cs typeface="Inter"/>
                <a:sym typeface="Inter"/>
              </a:rPr>
              <a:t>категория</a:t>
            </a:r>
            <a:endParaRPr sz="1800">
              <a:solidFill>
                <a:schemeClr val="accent2"/>
              </a:solidFill>
              <a:latin typeface="Inter"/>
              <a:ea typeface="Inter"/>
              <a:cs typeface="Inter"/>
              <a:sym typeface="Inter"/>
            </a:endParaRPr>
          </a:p>
        </p:txBody>
      </p:sp>
      <p:sp>
        <p:nvSpPr>
          <p:cNvPr id="364" name="Google Shape;364;p45"/>
          <p:cNvSpPr/>
          <p:nvPr/>
        </p:nvSpPr>
        <p:spPr>
          <a:xfrm>
            <a:off x="3425286" y="3888760"/>
            <a:ext cx="2533200" cy="25095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accent2"/>
                </a:solidFill>
                <a:latin typeface="Inter"/>
                <a:ea typeface="Inter"/>
                <a:cs typeface="Inter"/>
                <a:sym typeface="Inter"/>
              </a:rPr>
              <a:t>стратегия</a:t>
            </a:r>
            <a:endParaRPr sz="1800">
              <a:solidFill>
                <a:schemeClr val="accent2"/>
              </a:solidFill>
              <a:latin typeface="Inter"/>
              <a:ea typeface="Inter"/>
              <a:cs typeface="Inter"/>
              <a:sym typeface="Inter"/>
            </a:endParaRPr>
          </a:p>
        </p:txBody>
      </p:sp>
      <p:sp>
        <p:nvSpPr>
          <p:cNvPr id="365" name="Google Shape;365;p45"/>
          <p:cNvSpPr/>
          <p:nvPr/>
        </p:nvSpPr>
        <p:spPr>
          <a:xfrm>
            <a:off x="9361445" y="3888754"/>
            <a:ext cx="2533200" cy="2509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Inter"/>
                <a:ea typeface="Inter"/>
                <a:cs typeface="Inter"/>
                <a:sym typeface="Inter"/>
              </a:rPr>
              <a:t>медиа формат</a:t>
            </a:r>
            <a:endParaRPr sz="1800">
              <a:solidFill>
                <a:schemeClr val="lt2"/>
              </a:solidFill>
              <a:latin typeface="Inter"/>
              <a:ea typeface="Inter"/>
              <a:cs typeface="Inter"/>
              <a:sym typeface="Inte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69" name="Shape 369"/>
        <p:cNvGrpSpPr/>
        <p:nvPr/>
      </p:nvGrpSpPr>
      <p:grpSpPr>
        <a:xfrm>
          <a:off x="0" y="0"/>
          <a:ext cx="0" cy="0"/>
          <a:chOff x="0" y="0"/>
          <a:chExt cx="0" cy="0"/>
        </a:xfrm>
      </p:grpSpPr>
      <p:pic>
        <p:nvPicPr>
          <p:cNvPr descr="http://www.coca-colacompany.com/stories/happiness-without-borders&#10;In March 2013, Coca-Cola set out to break down barriers and create a simple moment of connection between two nations -- India and Pakistan. The initiative &quot;Small World Machines&quot; provided a live communications portal between people in India and Pakistan and showed that what unites us is stronger than what sets us apart. The key to engaging with each other through the machines was simple: people in India and Pakistan could complete a task, like touching hands, drawing peace, love, and happiness symbols -- together.&#10;&#10;Go behind the scenes to learn what went into making the Small World Machines a reality: http://CokeURL.com/5df8&#10;&#10;CLIENT/AD OR CAMPAIGN: The Coca-Cola Company&#10;AGENCY: Leo Burnett Chicago &amp; Sydney&#10;GLOBAL CHIEF CREATIVE OFFICER: Mark Tutssel&#10;CHIEF CREATIVE OFFICER: Andy DiLallo&#10;EXECUTIVE CREATIVE DIRECTORS: Dave Loew, Jon Wyville&#10;CREATIVE DIRECTORS: Grant McAloon, Vince Lagana&#10;ART DIRECTOR: Justin Carew&#10;COPYWRITER: Iggy Rodriguez&#10;DESIGNERS: Omari Miller, John-Henry Pajak, David Mugford&#10;DIRECTOR - CREATIVE TECHNOLOGY: Chad Mirshak&#10;CREATIVE TECHNOLOGISTS: Brendan Crich, Keong Seet, Scott North&#10;EXECUTIVE DIRECTOR OF PRODUCTION: Vincent Geraghty&#10;DIRECTOR OF PRODUCTION OPERATIONS: Michael Shanahan, Amir Mireskandari&#10;EXECUTIVE PRODUCER: Adrian Gunadi&#10;PRODUCER: Stephen Clark, Michelle Browne&#10;EXECUTIVE STRATEGY DIRECTOR: Wells Davis&#10;STRATEGY DIRECTOR: Olivier Tse&#10;EXECUTIVE ACCOUNT DIRECTOR: Bob Raidt&#10;ACCOUNT SUPERVISOR: Katie Nikolaus&#10;DIRECTOR: Patrick Fileti&#10;DOP: Patrick Fileti&#10;EDITOR: Patrick Fileti&#10;2ND UNIT DIRECTOR: Angus Forbes&#10;2ND UNIT DOP: Angus Forbes&#10;TECHNOLOGY PARTNER/COMPANY: The Super Group&#10;PRODUCTION COMPANY: Highlight Films&#10;MUSIC COMPANY: Song Zu" id="370" name="Google Shape;370;p46" title="Coca-Cola Small World Machines - Bringing India &amp; Pakistan Together">
            <a:hlinkClick r:id="rId3"/>
          </p:cNvPr>
          <p:cNvPicPr preferRelativeResize="0"/>
          <p:nvPr/>
        </p:nvPicPr>
        <p:blipFill>
          <a:blip r:embed="rId4">
            <a:alphaModFix/>
          </a:blip>
          <a:stretch>
            <a:fillRect/>
          </a:stretch>
        </p:blipFill>
        <p:spPr>
          <a:xfrm>
            <a:off x="0" y="0"/>
            <a:ext cx="18288000" cy="10287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
                                        </p:tgtEl>
                                        <p:attrNameLst>
                                          <p:attrName>style.visibility</p:attrName>
                                        </p:attrNameLst>
                                      </p:cBhvr>
                                      <p:to>
                                        <p:strVal val="visible"/>
                                      </p:to>
                                    </p:set>
                                    <p:animEffect filter="fade" transition="in">
                                      <p:cBhvr>
                                        <p:cTn dur="1000"/>
                                        <p:tgtEl>
                                          <p:spTgt spid="3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74" name="Shape 374"/>
        <p:cNvGrpSpPr/>
        <p:nvPr/>
      </p:nvGrpSpPr>
      <p:grpSpPr>
        <a:xfrm>
          <a:off x="0" y="0"/>
          <a:ext cx="0" cy="0"/>
          <a:chOff x="0" y="0"/>
          <a:chExt cx="0" cy="0"/>
        </a:xfrm>
      </p:grpSpPr>
      <p:pic>
        <p:nvPicPr>
          <p:cNvPr descr="The Whopper has more fresh ingredients and taste qualifiers than a :15 second TV commercial can handle, so we turned to someone else in the living room to finish our message, and created the first ad to ever intentionally trigger Google Homes." id="375" name="Google Shape;375;p47" title="Google Home of The Whopper I Burger King">
            <a:hlinkClick r:id="rId3"/>
          </p:cNvPr>
          <p:cNvPicPr preferRelativeResize="0"/>
          <p:nvPr/>
        </p:nvPicPr>
        <p:blipFill>
          <a:blip r:embed="rId4">
            <a:alphaModFix/>
          </a:blip>
          <a:stretch>
            <a:fillRect/>
          </a:stretch>
        </p:blipFill>
        <p:spPr>
          <a:xfrm>
            <a:off x="0" y="0"/>
            <a:ext cx="18288000" cy="10287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5"/>
                                        </p:tgtEl>
                                        <p:attrNameLst>
                                          <p:attrName>style.visibility</p:attrName>
                                        </p:attrNameLst>
                                      </p:cBhvr>
                                      <p:to>
                                        <p:strVal val="visible"/>
                                      </p:to>
                                    </p:set>
                                    <p:animEffect filter="fade" transition="in">
                                      <p:cBhvr>
                                        <p:cTn dur="1000"/>
                                        <p:tgtEl>
                                          <p:spTgt spid="3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79" name="Shape 379"/>
        <p:cNvGrpSpPr/>
        <p:nvPr/>
      </p:nvGrpSpPr>
      <p:grpSpPr>
        <a:xfrm>
          <a:off x="0" y="0"/>
          <a:ext cx="0" cy="0"/>
          <a:chOff x="0" y="0"/>
          <a:chExt cx="0" cy="0"/>
        </a:xfrm>
      </p:grpSpPr>
      <p:pic>
        <p:nvPicPr>
          <p:cNvPr descr="7. Cannes Lions Creative PR Meeting&#10;Projekt miał podkreślić problem nierównego dostępu do stanowisk kierowniczych w biznesmenie wśród kobiet i mężczyzn." id="380" name="Google Shape;380;p48" title="State Street Global Advisors - Fearless Girl">
            <a:hlinkClick r:id="rId3"/>
          </p:cNvPr>
          <p:cNvPicPr preferRelativeResize="0"/>
          <p:nvPr/>
        </p:nvPicPr>
        <p:blipFill>
          <a:blip r:embed="rId4">
            <a:alphaModFix/>
          </a:blip>
          <a:stretch>
            <a:fillRect/>
          </a:stretch>
        </p:blipFill>
        <p:spPr>
          <a:xfrm>
            <a:off x="0" y="0"/>
            <a:ext cx="18288000" cy="10287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0"/>
                                        </p:tgtEl>
                                        <p:attrNameLst>
                                          <p:attrName>style.visibility</p:attrName>
                                        </p:attrNameLst>
                                      </p:cBhvr>
                                      <p:to>
                                        <p:strVal val="visible"/>
                                      </p:to>
                                    </p:set>
                                    <p:animEffect filter="fade" transition="in">
                                      <p:cBhvr>
                                        <p:cTn dur="1000"/>
                                        <p:tgtEl>
                                          <p:spTgt spid="3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384" name="Shape 384"/>
        <p:cNvGrpSpPr/>
        <p:nvPr/>
      </p:nvGrpSpPr>
      <p:grpSpPr>
        <a:xfrm>
          <a:off x="0" y="0"/>
          <a:ext cx="0" cy="0"/>
          <a:chOff x="0" y="0"/>
          <a:chExt cx="0" cy="0"/>
        </a:xfrm>
      </p:grpSpPr>
      <p:pic>
        <p:nvPicPr>
          <p:cNvPr id="385" name="Google Shape;385;p49"/>
          <p:cNvPicPr preferRelativeResize="0"/>
          <p:nvPr/>
        </p:nvPicPr>
        <p:blipFill rotWithShape="1">
          <a:blip r:embed="rId3">
            <a:alphaModFix/>
          </a:blip>
          <a:srcRect b="0" l="0" r="0" t="0"/>
          <a:stretch/>
        </p:blipFill>
        <p:spPr>
          <a:xfrm>
            <a:off x="16302800" y="9535099"/>
            <a:ext cx="1528003" cy="294700"/>
          </a:xfrm>
          <a:prstGeom prst="rect">
            <a:avLst/>
          </a:prstGeom>
          <a:noFill/>
          <a:ln>
            <a:noFill/>
          </a:ln>
        </p:spPr>
      </p:pic>
      <p:sp>
        <p:nvSpPr>
          <p:cNvPr id="386" name="Google Shape;386;p49"/>
          <p:cNvSpPr/>
          <p:nvPr/>
        </p:nvSpPr>
        <p:spPr>
          <a:xfrm>
            <a:off x="17332200" y="457200"/>
            <a:ext cx="498600" cy="498600"/>
          </a:xfrm>
          <a:prstGeom prst="ellipse">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solidFill>
                <a:srgbClr val="EBEBEB"/>
              </a:solidFill>
            </a:endParaRPr>
          </a:p>
        </p:txBody>
      </p:sp>
      <p:sp>
        <p:nvSpPr>
          <p:cNvPr id="387" name="Google Shape;387;p49"/>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sp>
        <p:nvSpPr>
          <p:cNvPr id="388" name="Google Shape;388;p49"/>
          <p:cNvSpPr txBox="1"/>
          <p:nvPr/>
        </p:nvSpPr>
        <p:spPr>
          <a:xfrm>
            <a:off x="240150" y="0"/>
            <a:ext cx="10599600" cy="29886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7000">
                <a:solidFill>
                  <a:schemeClr val="dk1"/>
                </a:solidFill>
                <a:latin typeface="Inter Medium"/>
                <a:ea typeface="Inter Medium"/>
                <a:cs typeface="Inter Medium"/>
                <a:sym typeface="Inter Medium"/>
              </a:rPr>
              <a:t>Где уникальное решение? </a:t>
            </a:r>
            <a:endParaRPr sz="7000">
              <a:solidFill>
                <a:schemeClr val="dk1"/>
              </a:solidFill>
              <a:latin typeface="Inter Medium"/>
              <a:ea typeface="Inter Medium"/>
              <a:cs typeface="Inter Medium"/>
              <a:sym typeface="Inter Medium"/>
            </a:endParaRPr>
          </a:p>
        </p:txBody>
      </p:sp>
      <p:sp>
        <p:nvSpPr>
          <p:cNvPr id="389" name="Google Shape;389;p49"/>
          <p:cNvSpPr/>
          <p:nvPr/>
        </p:nvSpPr>
        <p:spPr>
          <a:xfrm>
            <a:off x="6393366" y="3888754"/>
            <a:ext cx="2533200" cy="25095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accent2"/>
                </a:solidFill>
                <a:latin typeface="Inter"/>
                <a:ea typeface="Inter"/>
                <a:cs typeface="Inter"/>
                <a:sym typeface="Inter"/>
              </a:rPr>
              <a:t>в идее</a:t>
            </a:r>
            <a:endParaRPr sz="1800">
              <a:solidFill>
                <a:schemeClr val="accent2"/>
              </a:solidFill>
              <a:latin typeface="Inter"/>
              <a:ea typeface="Inter"/>
              <a:cs typeface="Inter"/>
              <a:sym typeface="Inter"/>
            </a:endParaRPr>
          </a:p>
        </p:txBody>
      </p:sp>
      <p:sp>
        <p:nvSpPr>
          <p:cNvPr id="390" name="Google Shape;390;p49"/>
          <p:cNvSpPr/>
          <p:nvPr/>
        </p:nvSpPr>
        <p:spPr>
          <a:xfrm>
            <a:off x="457207" y="3888758"/>
            <a:ext cx="2533200" cy="25095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accent2"/>
                </a:solidFill>
                <a:latin typeface="Inter"/>
                <a:ea typeface="Inter"/>
                <a:cs typeface="Inter"/>
                <a:sym typeface="Inter"/>
              </a:rPr>
              <a:t>категория</a:t>
            </a:r>
            <a:endParaRPr sz="1800">
              <a:solidFill>
                <a:schemeClr val="accent2"/>
              </a:solidFill>
              <a:latin typeface="Inter"/>
              <a:ea typeface="Inter"/>
              <a:cs typeface="Inter"/>
              <a:sym typeface="Inter"/>
            </a:endParaRPr>
          </a:p>
        </p:txBody>
      </p:sp>
      <p:sp>
        <p:nvSpPr>
          <p:cNvPr id="391" name="Google Shape;391;p49"/>
          <p:cNvSpPr/>
          <p:nvPr/>
        </p:nvSpPr>
        <p:spPr>
          <a:xfrm>
            <a:off x="3425286" y="3888760"/>
            <a:ext cx="2533200" cy="25095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accent2"/>
                </a:solidFill>
                <a:latin typeface="Inter"/>
                <a:ea typeface="Inter"/>
                <a:cs typeface="Inter"/>
                <a:sym typeface="Inter"/>
              </a:rPr>
              <a:t>стратегия</a:t>
            </a:r>
            <a:endParaRPr sz="1800">
              <a:solidFill>
                <a:schemeClr val="accent2"/>
              </a:solidFill>
              <a:latin typeface="Inter"/>
              <a:ea typeface="Inter"/>
              <a:cs typeface="Inter"/>
              <a:sym typeface="Inter"/>
            </a:endParaRPr>
          </a:p>
        </p:txBody>
      </p:sp>
      <p:sp>
        <p:nvSpPr>
          <p:cNvPr id="392" name="Google Shape;392;p49"/>
          <p:cNvSpPr/>
          <p:nvPr/>
        </p:nvSpPr>
        <p:spPr>
          <a:xfrm>
            <a:off x="9361445" y="3888754"/>
            <a:ext cx="2533200" cy="2509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Inter"/>
                <a:ea typeface="Inter"/>
                <a:cs typeface="Inter"/>
                <a:sym typeface="Inter"/>
              </a:rPr>
              <a:t>медиа формат</a:t>
            </a:r>
            <a:endParaRPr sz="1800">
              <a:solidFill>
                <a:schemeClr val="lt2"/>
              </a:solidFill>
              <a:latin typeface="Inter"/>
              <a:ea typeface="Inter"/>
              <a:cs typeface="Inter"/>
              <a:sym typeface="Inte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396" name="Shape 396"/>
        <p:cNvGrpSpPr/>
        <p:nvPr/>
      </p:nvGrpSpPr>
      <p:grpSpPr>
        <a:xfrm>
          <a:off x="0" y="0"/>
          <a:ext cx="0" cy="0"/>
          <a:chOff x="0" y="0"/>
          <a:chExt cx="0" cy="0"/>
        </a:xfrm>
      </p:grpSpPr>
      <p:pic>
        <p:nvPicPr>
          <p:cNvPr id="397" name="Google Shape;397;p50"/>
          <p:cNvPicPr preferRelativeResize="0"/>
          <p:nvPr/>
        </p:nvPicPr>
        <p:blipFill rotWithShape="1">
          <a:blip r:embed="rId3">
            <a:alphaModFix/>
          </a:blip>
          <a:srcRect b="0" l="0" r="0" t="0"/>
          <a:stretch/>
        </p:blipFill>
        <p:spPr>
          <a:xfrm>
            <a:off x="16302800" y="9535099"/>
            <a:ext cx="1528003" cy="294700"/>
          </a:xfrm>
          <a:prstGeom prst="rect">
            <a:avLst/>
          </a:prstGeom>
          <a:noFill/>
          <a:ln>
            <a:noFill/>
          </a:ln>
        </p:spPr>
      </p:pic>
      <p:sp>
        <p:nvSpPr>
          <p:cNvPr id="398" name="Google Shape;398;p50"/>
          <p:cNvSpPr/>
          <p:nvPr/>
        </p:nvSpPr>
        <p:spPr>
          <a:xfrm>
            <a:off x="17332200" y="457200"/>
            <a:ext cx="498600" cy="498600"/>
          </a:xfrm>
          <a:prstGeom prst="ellipse">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solidFill>
                <a:srgbClr val="EBEBEB"/>
              </a:solidFill>
            </a:endParaRPr>
          </a:p>
        </p:txBody>
      </p:sp>
      <p:sp>
        <p:nvSpPr>
          <p:cNvPr id="399" name="Google Shape;399;p50"/>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sp>
        <p:nvSpPr>
          <p:cNvPr id="400" name="Google Shape;400;p50"/>
          <p:cNvSpPr txBox="1"/>
          <p:nvPr/>
        </p:nvSpPr>
        <p:spPr>
          <a:xfrm>
            <a:off x="240150" y="0"/>
            <a:ext cx="10599600" cy="29886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7000">
                <a:solidFill>
                  <a:schemeClr val="dk1"/>
                </a:solidFill>
                <a:latin typeface="Inter Medium"/>
                <a:ea typeface="Inter Medium"/>
                <a:cs typeface="Inter Medium"/>
                <a:sym typeface="Inter Medium"/>
              </a:rPr>
              <a:t>Где уникальное решение? </a:t>
            </a:r>
            <a:endParaRPr sz="7000">
              <a:solidFill>
                <a:schemeClr val="dk1"/>
              </a:solidFill>
              <a:latin typeface="Inter Medium"/>
              <a:ea typeface="Inter Medium"/>
              <a:cs typeface="Inter Medium"/>
              <a:sym typeface="Inter Medium"/>
            </a:endParaRPr>
          </a:p>
        </p:txBody>
      </p:sp>
      <p:sp>
        <p:nvSpPr>
          <p:cNvPr id="401" name="Google Shape;401;p50"/>
          <p:cNvSpPr/>
          <p:nvPr/>
        </p:nvSpPr>
        <p:spPr>
          <a:xfrm>
            <a:off x="6393366" y="3888754"/>
            <a:ext cx="2533200" cy="25095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accent2"/>
                </a:solidFill>
                <a:latin typeface="Inter"/>
                <a:ea typeface="Inter"/>
                <a:cs typeface="Inter"/>
                <a:sym typeface="Inter"/>
              </a:rPr>
              <a:t>в идее</a:t>
            </a:r>
            <a:endParaRPr sz="1800">
              <a:solidFill>
                <a:schemeClr val="accent2"/>
              </a:solidFill>
              <a:latin typeface="Inter"/>
              <a:ea typeface="Inter"/>
              <a:cs typeface="Inter"/>
              <a:sym typeface="Inter"/>
            </a:endParaRPr>
          </a:p>
        </p:txBody>
      </p:sp>
      <p:sp>
        <p:nvSpPr>
          <p:cNvPr id="402" name="Google Shape;402;p50"/>
          <p:cNvSpPr/>
          <p:nvPr/>
        </p:nvSpPr>
        <p:spPr>
          <a:xfrm>
            <a:off x="457207" y="3888758"/>
            <a:ext cx="2533200" cy="25095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accent2"/>
                </a:solidFill>
                <a:latin typeface="Inter"/>
                <a:ea typeface="Inter"/>
                <a:cs typeface="Inter"/>
                <a:sym typeface="Inter"/>
              </a:rPr>
              <a:t>категория</a:t>
            </a:r>
            <a:endParaRPr sz="1800">
              <a:solidFill>
                <a:schemeClr val="accent2"/>
              </a:solidFill>
              <a:latin typeface="Inter"/>
              <a:ea typeface="Inter"/>
              <a:cs typeface="Inter"/>
              <a:sym typeface="Inter"/>
            </a:endParaRPr>
          </a:p>
        </p:txBody>
      </p:sp>
      <p:sp>
        <p:nvSpPr>
          <p:cNvPr id="403" name="Google Shape;403;p50"/>
          <p:cNvSpPr/>
          <p:nvPr/>
        </p:nvSpPr>
        <p:spPr>
          <a:xfrm>
            <a:off x="3425286" y="3888760"/>
            <a:ext cx="2533200" cy="25095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accent2"/>
                </a:solidFill>
                <a:latin typeface="Inter"/>
                <a:ea typeface="Inter"/>
                <a:cs typeface="Inter"/>
                <a:sym typeface="Inter"/>
              </a:rPr>
              <a:t>стратегия</a:t>
            </a:r>
            <a:endParaRPr sz="1800">
              <a:solidFill>
                <a:schemeClr val="accent2"/>
              </a:solidFill>
              <a:latin typeface="Inter"/>
              <a:ea typeface="Inter"/>
              <a:cs typeface="Inter"/>
              <a:sym typeface="Inter"/>
            </a:endParaRPr>
          </a:p>
        </p:txBody>
      </p:sp>
      <p:sp>
        <p:nvSpPr>
          <p:cNvPr id="404" name="Google Shape;404;p50"/>
          <p:cNvSpPr/>
          <p:nvPr/>
        </p:nvSpPr>
        <p:spPr>
          <a:xfrm>
            <a:off x="9361445" y="3888754"/>
            <a:ext cx="2533200" cy="25095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accent2"/>
                </a:solidFill>
                <a:latin typeface="Inter"/>
                <a:ea typeface="Inter"/>
                <a:cs typeface="Inter"/>
                <a:sym typeface="Inter"/>
              </a:rPr>
              <a:t>медиа формат</a:t>
            </a:r>
            <a:endParaRPr sz="1800">
              <a:solidFill>
                <a:schemeClr val="accent2"/>
              </a:solidFill>
              <a:latin typeface="Inter"/>
              <a:ea typeface="Inter"/>
              <a:cs typeface="Inter"/>
              <a:sym typeface="Inter"/>
            </a:endParaRPr>
          </a:p>
        </p:txBody>
      </p:sp>
      <p:sp>
        <p:nvSpPr>
          <p:cNvPr id="405" name="Google Shape;405;p50"/>
          <p:cNvSpPr/>
          <p:nvPr/>
        </p:nvSpPr>
        <p:spPr>
          <a:xfrm>
            <a:off x="12329525" y="3888744"/>
            <a:ext cx="2533200" cy="2509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Inter"/>
                <a:ea typeface="Inter"/>
                <a:cs typeface="Inter"/>
                <a:sym typeface="Inter"/>
              </a:rPr>
              <a:t>технология</a:t>
            </a:r>
            <a:endParaRPr sz="1800">
              <a:solidFill>
                <a:schemeClr val="lt2"/>
              </a:solidFill>
              <a:latin typeface="Inter"/>
              <a:ea typeface="Inter"/>
              <a:cs typeface="Inter"/>
              <a:sym typeface="Inte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09" name="Shape 409"/>
        <p:cNvGrpSpPr/>
        <p:nvPr/>
      </p:nvGrpSpPr>
      <p:grpSpPr>
        <a:xfrm>
          <a:off x="0" y="0"/>
          <a:ext cx="0" cy="0"/>
          <a:chOff x="0" y="0"/>
          <a:chExt cx="0" cy="0"/>
        </a:xfrm>
      </p:grpSpPr>
      <p:pic>
        <p:nvPicPr>
          <p:cNvPr descr="Many rural communities from the Andes use rivers to wash their clothes, involuntarily polluting their only source of water. How to keep clean the rivers without disrupting an ancestral tradition?" id="410" name="Google Shape;410;p51" title="Cannes Lions 2021 - AWA: The Soap that cleans the Rivers (Case)">
            <a:hlinkClick r:id="rId3"/>
          </p:cNvPr>
          <p:cNvPicPr preferRelativeResize="0"/>
          <p:nvPr/>
        </p:nvPicPr>
        <p:blipFill>
          <a:blip r:embed="rId4">
            <a:alphaModFix/>
          </a:blip>
          <a:stretch>
            <a:fillRect/>
          </a:stretch>
        </p:blipFill>
        <p:spPr>
          <a:xfrm>
            <a:off x="0" y="0"/>
            <a:ext cx="18288000" cy="10287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0"/>
                                        </p:tgtEl>
                                        <p:attrNameLst>
                                          <p:attrName>style.visibility</p:attrName>
                                        </p:attrNameLst>
                                      </p:cBhvr>
                                      <p:to>
                                        <p:strVal val="visible"/>
                                      </p:to>
                                    </p:set>
                                    <p:animEffect filter="fade" transition="in">
                                      <p:cBhvr>
                                        <p:cTn dur="1000"/>
                                        <p:tgtEl>
                                          <p:spTgt spid="4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14" name="Shape 414"/>
        <p:cNvGrpSpPr/>
        <p:nvPr/>
      </p:nvGrpSpPr>
      <p:grpSpPr>
        <a:xfrm>
          <a:off x="0" y="0"/>
          <a:ext cx="0" cy="0"/>
          <a:chOff x="0" y="0"/>
          <a:chExt cx="0" cy="0"/>
        </a:xfrm>
      </p:grpSpPr>
      <p:pic>
        <p:nvPicPr>
          <p:cNvPr descr="Savlon Swasth India Mission makes education on washing hands fun engaging and memorable; Introduces unique Savlon Healthy Hands Chalk Sticks. A first of its kind initiative in a series of on-ground activities being undertaken by Savlon Swasth India Mission.&#10;Unveiling Savlon Swasth India Mission, a programme designed to encourage behavioural change towards washing hands amongst children, through various engaging and entertaining educational initiatives in schools. In line with Savlon Swasth lndia's proposition of 'Healthier Kids. Stronger India', the programme introduces interactive activities including a series of storytelling and visual engagements that educate and encourage children to adopt good hand hygiene practices. Savlon Swasth India mission has already reached out to more than 3,00,000 children and aims to reach 1 million children in a year." id="415" name="Google Shape;415;p52" title="Savlon Healthy Hands Chalk Sticks - English">
            <a:hlinkClick r:id="rId3"/>
          </p:cNvPr>
          <p:cNvPicPr preferRelativeResize="0"/>
          <p:nvPr/>
        </p:nvPicPr>
        <p:blipFill>
          <a:blip r:embed="rId4">
            <a:alphaModFix/>
          </a:blip>
          <a:stretch>
            <a:fillRect/>
          </a:stretch>
        </p:blipFill>
        <p:spPr>
          <a:xfrm>
            <a:off x="0" y="0"/>
            <a:ext cx="18288000" cy="10287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5"/>
                                        </p:tgtEl>
                                        <p:attrNameLst>
                                          <p:attrName>style.visibility</p:attrName>
                                        </p:attrNameLst>
                                      </p:cBhvr>
                                      <p:to>
                                        <p:strVal val="visible"/>
                                      </p:to>
                                    </p:set>
                                    <p:animEffect filter="fade" transition="in">
                                      <p:cBhvr>
                                        <p:cTn dur="1000"/>
                                        <p:tgtEl>
                                          <p:spTgt spid="4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419" name="Shape 419"/>
        <p:cNvGrpSpPr/>
        <p:nvPr/>
      </p:nvGrpSpPr>
      <p:grpSpPr>
        <a:xfrm>
          <a:off x="0" y="0"/>
          <a:ext cx="0" cy="0"/>
          <a:chOff x="0" y="0"/>
          <a:chExt cx="0" cy="0"/>
        </a:xfrm>
      </p:grpSpPr>
      <p:pic>
        <p:nvPicPr>
          <p:cNvPr id="420" name="Google Shape;420;p53"/>
          <p:cNvPicPr preferRelativeResize="0"/>
          <p:nvPr/>
        </p:nvPicPr>
        <p:blipFill rotWithShape="1">
          <a:blip r:embed="rId3">
            <a:alphaModFix/>
          </a:blip>
          <a:srcRect b="0" l="0" r="0" t="0"/>
          <a:stretch/>
        </p:blipFill>
        <p:spPr>
          <a:xfrm>
            <a:off x="16302800" y="9535099"/>
            <a:ext cx="1528003" cy="294700"/>
          </a:xfrm>
          <a:prstGeom prst="rect">
            <a:avLst/>
          </a:prstGeom>
          <a:noFill/>
          <a:ln>
            <a:noFill/>
          </a:ln>
        </p:spPr>
      </p:pic>
      <p:sp>
        <p:nvSpPr>
          <p:cNvPr id="421" name="Google Shape;421;p53"/>
          <p:cNvSpPr/>
          <p:nvPr/>
        </p:nvSpPr>
        <p:spPr>
          <a:xfrm>
            <a:off x="17332200" y="457200"/>
            <a:ext cx="498600" cy="498600"/>
          </a:xfrm>
          <a:prstGeom prst="ellipse">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solidFill>
                <a:srgbClr val="EBEBEB"/>
              </a:solidFill>
            </a:endParaRPr>
          </a:p>
        </p:txBody>
      </p:sp>
      <p:sp>
        <p:nvSpPr>
          <p:cNvPr id="422" name="Google Shape;422;p53"/>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sp>
        <p:nvSpPr>
          <p:cNvPr id="423" name="Google Shape;423;p53"/>
          <p:cNvSpPr txBox="1"/>
          <p:nvPr/>
        </p:nvSpPr>
        <p:spPr>
          <a:xfrm>
            <a:off x="240150" y="0"/>
            <a:ext cx="10599600" cy="29886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7000">
                <a:solidFill>
                  <a:schemeClr val="dk1"/>
                </a:solidFill>
                <a:latin typeface="Inter Medium"/>
                <a:ea typeface="Inter Medium"/>
                <a:cs typeface="Inter Medium"/>
                <a:sym typeface="Inter Medium"/>
              </a:rPr>
              <a:t>Где уникальное решение? </a:t>
            </a:r>
            <a:endParaRPr sz="7000">
              <a:solidFill>
                <a:schemeClr val="dk1"/>
              </a:solidFill>
              <a:latin typeface="Inter Medium"/>
              <a:ea typeface="Inter Medium"/>
              <a:cs typeface="Inter Medium"/>
              <a:sym typeface="Inter Medium"/>
            </a:endParaRPr>
          </a:p>
        </p:txBody>
      </p:sp>
      <p:sp>
        <p:nvSpPr>
          <p:cNvPr id="424" name="Google Shape;424;p53"/>
          <p:cNvSpPr/>
          <p:nvPr/>
        </p:nvSpPr>
        <p:spPr>
          <a:xfrm>
            <a:off x="6393366" y="3888754"/>
            <a:ext cx="2533200" cy="25095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accent2"/>
                </a:solidFill>
                <a:latin typeface="Inter"/>
                <a:ea typeface="Inter"/>
                <a:cs typeface="Inter"/>
                <a:sym typeface="Inter"/>
              </a:rPr>
              <a:t>в идее</a:t>
            </a:r>
            <a:endParaRPr sz="1800">
              <a:solidFill>
                <a:schemeClr val="accent2"/>
              </a:solidFill>
              <a:latin typeface="Inter"/>
              <a:ea typeface="Inter"/>
              <a:cs typeface="Inter"/>
              <a:sym typeface="Inter"/>
            </a:endParaRPr>
          </a:p>
        </p:txBody>
      </p:sp>
      <p:sp>
        <p:nvSpPr>
          <p:cNvPr id="425" name="Google Shape;425;p53"/>
          <p:cNvSpPr/>
          <p:nvPr/>
        </p:nvSpPr>
        <p:spPr>
          <a:xfrm>
            <a:off x="457207" y="3888758"/>
            <a:ext cx="2533200" cy="25095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accent2"/>
                </a:solidFill>
                <a:latin typeface="Inter"/>
                <a:ea typeface="Inter"/>
                <a:cs typeface="Inter"/>
                <a:sym typeface="Inter"/>
              </a:rPr>
              <a:t>категория</a:t>
            </a:r>
            <a:endParaRPr sz="1800">
              <a:solidFill>
                <a:schemeClr val="accent2"/>
              </a:solidFill>
              <a:latin typeface="Inter"/>
              <a:ea typeface="Inter"/>
              <a:cs typeface="Inter"/>
              <a:sym typeface="Inter"/>
            </a:endParaRPr>
          </a:p>
        </p:txBody>
      </p:sp>
      <p:sp>
        <p:nvSpPr>
          <p:cNvPr id="426" name="Google Shape;426;p53"/>
          <p:cNvSpPr/>
          <p:nvPr/>
        </p:nvSpPr>
        <p:spPr>
          <a:xfrm>
            <a:off x="3425286" y="3888760"/>
            <a:ext cx="2533200" cy="25095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accent2"/>
                </a:solidFill>
                <a:latin typeface="Inter"/>
                <a:ea typeface="Inter"/>
                <a:cs typeface="Inter"/>
                <a:sym typeface="Inter"/>
              </a:rPr>
              <a:t>стратегия</a:t>
            </a:r>
            <a:endParaRPr sz="1800">
              <a:solidFill>
                <a:schemeClr val="accent2"/>
              </a:solidFill>
              <a:latin typeface="Inter"/>
              <a:ea typeface="Inter"/>
              <a:cs typeface="Inter"/>
              <a:sym typeface="Inter"/>
            </a:endParaRPr>
          </a:p>
        </p:txBody>
      </p:sp>
      <p:sp>
        <p:nvSpPr>
          <p:cNvPr id="427" name="Google Shape;427;p53"/>
          <p:cNvSpPr/>
          <p:nvPr/>
        </p:nvSpPr>
        <p:spPr>
          <a:xfrm>
            <a:off x="9361445" y="3888754"/>
            <a:ext cx="2533200" cy="25095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accent2"/>
                </a:solidFill>
                <a:latin typeface="Inter"/>
                <a:ea typeface="Inter"/>
                <a:cs typeface="Inter"/>
                <a:sym typeface="Inter"/>
              </a:rPr>
              <a:t>медиа формат</a:t>
            </a:r>
            <a:endParaRPr sz="1800">
              <a:solidFill>
                <a:schemeClr val="accent2"/>
              </a:solidFill>
              <a:latin typeface="Inter"/>
              <a:ea typeface="Inter"/>
              <a:cs typeface="Inter"/>
              <a:sym typeface="Inter"/>
            </a:endParaRPr>
          </a:p>
        </p:txBody>
      </p:sp>
      <p:sp>
        <p:nvSpPr>
          <p:cNvPr id="428" name="Google Shape;428;p53"/>
          <p:cNvSpPr/>
          <p:nvPr/>
        </p:nvSpPr>
        <p:spPr>
          <a:xfrm>
            <a:off x="12329525" y="3888744"/>
            <a:ext cx="2533200" cy="2509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Inter"/>
                <a:ea typeface="Inter"/>
                <a:cs typeface="Inter"/>
                <a:sym typeface="Inter"/>
              </a:rPr>
              <a:t>технология</a:t>
            </a:r>
            <a:endParaRPr sz="1800">
              <a:solidFill>
                <a:schemeClr val="lt2"/>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32" name="Shape 432"/>
        <p:cNvGrpSpPr/>
        <p:nvPr/>
      </p:nvGrpSpPr>
      <p:grpSpPr>
        <a:xfrm>
          <a:off x="0" y="0"/>
          <a:ext cx="0" cy="0"/>
          <a:chOff x="0" y="0"/>
          <a:chExt cx="0" cy="0"/>
        </a:xfrm>
      </p:grpSpPr>
      <p:pic>
        <p:nvPicPr>
          <p:cNvPr descr="For many autistic people, like Ash, familiar clothes can be a lifeline. &#10;Helping with sensory regulation and providing a source of comfort. &#10;So making them last longer really matters. &#10;Currently, autistic girls are three times less likely to receive a diagnosis than boys. &#10;Ash was diagnosed at 14. &#10; &#10;Share the film.&#10;Join in on social with #MeMyAutismAndI.&#10;Learn more and donate at https://www.vanish.co.uk/press-centre/ambitious-about-autism/ &#10; &#10;Watch more stories in ‘Me, My Stuff &amp; I’, in partnership with Channel 4 and 4Studio." id="433" name="Google Shape;433;p54" title="Me, My Autism &amp; I | Vanish &amp; Ambitious about Autism | Hero Film">
            <a:hlinkClick r:id="rId3"/>
          </p:cNvPr>
          <p:cNvPicPr preferRelativeResize="0"/>
          <p:nvPr/>
        </p:nvPicPr>
        <p:blipFill>
          <a:blip r:embed="rId4">
            <a:alphaModFix/>
          </a:blip>
          <a:stretch>
            <a:fillRect/>
          </a:stretch>
        </p:blipFill>
        <p:spPr>
          <a:xfrm>
            <a:off x="0" y="0"/>
            <a:ext cx="18288000" cy="10287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
                                        </p:tgtEl>
                                        <p:attrNameLst>
                                          <p:attrName>style.visibility</p:attrName>
                                        </p:attrNameLst>
                                      </p:cBhvr>
                                      <p:to>
                                        <p:strVal val="visible"/>
                                      </p:to>
                                    </p:set>
                                    <p:animEffect filter="fade" transition="in">
                                      <p:cBhvr>
                                        <p:cTn dur="1000"/>
                                        <p:tgtEl>
                                          <p:spTgt spid="4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37" name="Shape 437"/>
        <p:cNvGrpSpPr/>
        <p:nvPr/>
      </p:nvGrpSpPr>
      <p:grpSpPr>
        <a:xfrm>
          <a:off x="0" y="0"/>
          <a:ext cx="0" cy="0"/>
          <a:chOff x="0" y="0"/>
          <a:chExt cx="0" cy="0"/>
        </a:xfrm>
      </p:grpSpPr>
      <p:pic>
        <p:nvPicPr>
          <p:cNvPr descr="See what happens when the whole universe comes together in Real Magic ways to help a boy in need of uplift and a little inspiration. &#10;&#10;#CocaCola #RealMagic" id="438" name="Google Shape;438;p55" title="Coca-Cola® Masterpiece">
            <a:hlinkClick r:id="rId3"/>
          </p:cNvPr>
          <p:cNvPicPr preferRelativeResize="0"/>
          <p:nvPr/>
        </p:nvPicPr>
        <p:blipFill>
          <a:blip r:embed="rId4">
            <a:alphaModFix/>
          </a:blip>
          <a:stretch>
            <a:fillRect/>
          </a:stretch>
        </p:blipFill>
        <p:spPr>
          <a:xfrm>
            <a:off x="0" y="0"/>
            <a:ext cx="18288000" cy="10287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8"/>
                                        </p:tgtEl>
                                        <p:attrNameLst>
                                          <p:attrName>style.visibility</p:attrName>
                                        </p:attrNameLst>
                                      </p:cBhvr>
                                      <p:to>
                                        <p:strVal val="visible"/>
                                      </p:to>
                                    </p:set>
                                    <p:animEffect filter="fade" transition="in">
                                      <p:cBhvr>
                                        <p:cTn dur="1000"/>
                                        <p:tgtEl>
                                          <p:spTgt spid="4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442" name="Shape 442"/>
        <p:cNvGrpSpPr/>
        <p:nvPr/>
      </p:nvGrpSpPr>
      <p:grpSpPr>
        <a:xfrm>
          <a:off x="0" y="0"/>
          <a:ext cx="0" cy="0"/>
          <a:chOff x="0" y="0"/>
          <a:chExt cx="0" cy="0"/>
        </a:xfrm>
      </p:grpSpPr>
      <p:pic>
        <p:nvPicPr>
          <p:cNvPr id="443" name="Google Shape;443;p56"/>
          <p:cNvPicPr preferRelativeResize="0"/>
          <p:nvPr/>
        </p:nvPicPr>
        <p:blipFill rotWithShape="1">
          <a:blip r:embed="rId3">
            <a:alphaModFix/>
          </a:blip>
          <a:srcRect b="0" l="0" r="0" t="0"/>
          <a:stretch/>
        </p:blipFill>
        <p:spPr>
          <a:xfrm>
            <a:off x="16302800" y="9535099"/>
            <a:ext cx="1528003" cy="294700"/>
          </a:xfrm>
          <a:prstGeom prst="rect">
            <a:avLst/>
          </a:prstGeom>
          <a:noFill/>
          <a:ln>
            <a:noFill/>
          </a:ln>
        </p:spPr>
      </p:pic>
      <p:sp>
        <p:nvSpPr>
          <p:cNvPr id="444" name="Google Shape;444;p56"/>
          <p:cNvSpPr/>
          <p:nvPr/>
        </p:nvSpPr>
        <p:spPr>
          <a:xfrm>
            <a:off x="17332200" y="457200"/>
            <a:ext cx="498600" cy="498600"/>
          </a:xfrm>
          <a:prstGeom prst="ellipse">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solidFill>
                <a:srgbClr val="EBEBEB"/>
              </a:solidFill>
            </a:endParaRPr>
          </a:p>
        </p:txBody>
      </p:sp>
      <p:sp>
        <p:nvSpPr>
          <p:cNvPr id="445" name="Google Shape;445;p56"/>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sp>
        <p:nvSpPr>
          <p:cNvPr id="446" name="Google Shape;446;p56"/>
          <p:cNvSpPr/>
          <p:nvPr/>
        </p:nvSpPr>
        <p:spPr>
          <a:xfrm>
            <a:off x="6393366" y="3888754"/>
            <a:ext cx="2533200" cy="2509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Inter"/>
                <a:ea typeface="Inter"/>
                <a:cs typeface="Inter"/>
                <a:sym typeface="Inter"/>
              </a:rPr>
              <a:t>в идее</a:t>
            </a:r>
            <a:endParaRPr sz="1800">
              <a:solidFill>
                <a:schemeClr val="lt2"/>
              </a:solidFill>
              <a:latin typeface="Inter"/>
              <a:ea typeface="Inter"/>
              <a:cs typeface="Inter"/>
              <a:sym typeface="Inter"/>
            </a:endParaRPr>
          </a:p>
        </p:txBody>
      </p:sp>
      <p:sp>
        <p:nvSpPr>
          <p:cNvPr id="447" name="Google Shape;447;p56"/>
          <p:cNvSpPr/>
          <p:nvPr/>
        </p:nvSpPr>
        <p:spPr>
          <a:xfrm>
            <a:off x="457207" y="3888758"/>
            <a:ext cx="2533200" cy="2509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Inter"/>
                <a:ea typeface="Inter"/>
                <a:cs typeface="Inter"/>
                <a:sym typeface="Inter"/>
              </a:rPr>
              <a:t>категория</a:t>
            </a:r>
            <a:endParaRPr sz="1800">
              <a:solidFill>
                <a:schemeClr val="lt2"/>
              </a:solidFill>
              <a:latin typeface="Inter"/>
              <a:ea typeface="Inter"/>
              <a:cs typeface="Inter"/>
              <a:sym typeface="Inter"/>
            </a:endParaRPr>
          </a:p>
        </p:txBody>
      </p:sp>
      <p:sp>
        <p:nvSpPr>
          <p:cNvPr id="448" name="Google Shape;448;p56"/>
          <p:cNvSpPr/>
          <p:nvPr/>
        </p:nvSpPr>
        <p:spPr>
          <a:xfrm>
            <a:off x="3425286" y="3888760"/>
            <a:ext cx="2533200" cy="2509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Inter"/>
                <a:ea typeface="Inter"/>
                <a:cs typeface="Inter"/>
                <a:sym typeface="Inter"/>
              </a:rPr>
              <a:t>стратегия</a:t>
            </a:r>
            <a:endParaRPr sz="1800">
              <a:solidFill>
                <a:schemeClr val="lt2"/>
              </a:solidFill>
              <a:latin typeface="Inter"/>
              <a:ea typeface="Inter"/>
              <a:cs typeface="Inter"/>
              <a:sym typeface="Inter"/>
            </a:endParaRPr>
          </a:p>
        </p:txBody>
      </p:sp>
      <p:sp>
        <p:nvSpPr>
          <p:cNvPr id="449" name="Google Shape;449;p56"/>
          <p:cNvSpPr/>
          <p:nvPr/>
        </p:nvSpPr>
        <p:spPr>
          <a:xfrm>
            <a:off x="12329525" y="3888744"/>
            <a:ext cx="2533200" cy="2509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Inter"/>
                <a:ea typeface="Inter"/>
                <a:cs typeface="Inter"/>
                <a:sym typeface="Inter"/>
              </a:rPr>
              <a:t>технология</a:t>
            </a:r>
            <a:endParaRPr sz="1800">
              <a:solidFill>
                <a:schemeClr val="lt2"/>
              </a:solidFill>
              <a:latin typeface="Inter"/>
              <a:ea typeface="Inter"/>
              <a:cs typeface="Inter"/>
              <a:sym typeface="Inter"/>
            </a:endParaRPr>
          </a:p>
        </p:txBody>
      </p:sp>
      <p:sp>
        <p:nvSpPr>
          <p:cNvPr id="450" name="Google Shape;450;p56"/>
          <p:cNvSpPr/>
          <p:nvPr/>
        </p:nvSpPr>
        <p:spPr>
          <a:xfrm>
            <a:off x="9361445" y="3888754"/>
            <a:ext cx="2533200" cy="2509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Inter"/>
                <a:ea typeface="Inter"/>
                <a:cs typeface="Inter"/>
                <a:sym typeface="Inter"/>
              </a:rPr>
              <a:t>медиа формат</a:t>
            </a:r>
            <a:endParaRPr sz="1800">
              <a:solidFill>
                <a:schemeClr val="lt2"/>
              </a:solidFill>
              <a:latin typeface="Inter"/>
              <a:ea typeface="Inter"/>
              <a:cs typeface="Inter"/>
              <a:sym typeface="Inter"/>
            </a:endParaRPr>
          </a:p>
        </p:txBody>
      </p:sp>
      <p:sp>
        <p:nvSpPr>
          <p:cNvPr id="451" name="Google Shape;451;p56"/>
          <p:cNvSpPr/>
          <p:nvPr/>
        </p:nvSpPr>
        <p:spPr>
          <a:xfrm>
            <a:off x="15297604" y="3888754"/>
            <a:ext cx="2533200" cy="2509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Inter"/>
                <a:ea typeface="Inter"/>
                <a:cs typeface="Inter"/>
                <a:sym typeface="Inter"/>
              </a:rPr>
              <a:t>execution</a:t>
            </a:r>
            <a:endParaRPr sz="1800">
              <a:solidFill>
                <a:schemeClr val="lt2"/>
              </a:solidFill>
              <a:latin typeface="Inter"/>
              <a:ea typeface="Inter"/>
              <a:cs typeface="Inter"/>
              <a:sym typeface="Inter"/>
            </a:endParaRPr>
          </a:p>
        </p:txBody>
      </p:sp>
      <p:sp>
        <p:nvSpPr>
          <p:cNvPr id="452" name="Google Shape;452;p56"/>
          <p:cNvSpPr txBox="1"/>
          <p:nvPr/>
        </p:nvSpPr>
        <p:spPr>
          <a:xfrm>
            <a:off x="240150" y="0"/>
            <a:ext cx="10599600" cy="29886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7000">
                <a:solidFill>
                  <a:schemeClr val="dk1"/>
                </a:solidFill>
                <a:latin typeface="Inter Medium"/>
                <a:ea typeface="Inter Medium"/>
                <a:cs typeface="Inter Medium"/>
                <a:sym typeface="Inter Medium"/>
              </a:rPr>
              <a:t>Где уникальное решение? </a:t>
            </a:r>
            <a:endParaRPr sz="7000">
              <a:solidFill>
                <a:schemeClr val="dk1"/>
              </a:solidFill>
              <a:latin typeface="Inter Medium"/>
              <a:ea typeface="Inter Medium"/>
              <a:cs typeface="Inter Medium"/>
              <a:sym typeface="Inter Medium"/>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456" name="Shape 456"/>
        <p:cNvGrpSpPr/>
        <p:nvPr/>
      </p:nvGrpSpPr>
      <p:grpSpPr>
        <a:xfrm>
          <a:off x="0" y="0"/>
          <a:ext cx="0" cy="0"/>
          <a:chOff x="0" y="0"/>
          <a:chExt cx="0" cy="0"/>
        </a:xfrm>
      </p:grpSpPr>
      <p:sp>
        <p:nvSpPr>
          <p:cNvPr id="457" name="Google Shape;457;p57"/>
          <p:cNvSpPr txBox="1"/>
          <p:nvPr/>
        </p:nvSpPr>
        <p:spPr>
          <a:xfrm>
            <a:off x="240150" y="0"/>
            <a:ext cx="16931400" cy="91440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11700">
                <a:solidFill>
                  <a:schemeClr val="dk1"/>
                </a:solidFill>
                <a:latin typeface="Inter Medium"/>
                <a:ea typeface="Inter Medium"/>
                <a:cs typeface="Inter Medium"/>
                <a:sym typeface="Inter Medium"/>
              </a:rPr>
              <a:t>Твоя задача создать уникальный проект, </a:t>
            </a:r>
            <a:endParaRPr sz="117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11700">
                <a:solidFill>
                  <a:schemeClr val="dk1"/>
                </a:solidFill>
                <a:latin typeface="Inter Medium"/>
                <a:ea typeface="Inter Medium"/>
                <a:cs typeface="Inter Medium"/>
                <a:sym typeface="Inter Medium"/>
              </a:rPr>
              <a:t>а не уникальную идею.</a:t>
            </a:r>
            <a:endParaRPr sz="11700">
              <a:solidFill>
                <a:schemeClr val="dk1"/>
              </a:solidFill>
              <a:latin typeface="Inter Medium"/>
              <a:ea typeface="Inter Medium"/>
              <a:cs typeface="Inter Medium"/>
              <a:sym typeface="Inter Medium"/>
            </a:endParaRPr>
          </a:p>
        </p:txBody>
      </p:sp>
      <p:pic>
        <p:nvPicPr>
          <p:cNvPr id="458" name="Google Shape;458;p57"/>
          <p:cNvPicPr preferRelativeResize="0"/>
          <p:nvPr/>
        </p:nvPicPr>
        <p:blipFill>
          <a:blip r:embed="rId3">
            <a:alphaModFix/>
          </a:blip>
          <a:stretch>
            <a:fillRect/>
          </a:stretch>
        </p:blipFill>
        <p:spPr>
          <a:xfrm>
            <a:off x="16302800" y="9535099"/>
            <a:ext cx="1528003" cy="294700"/>
          </a:xfrm>
          <a:prstGeom prst="rect">
            <a:avLst/>
          </a:prstGeom>
          <a:noFill/>
          <a:ln>
            <a:noFill/>
          </a:ln>
        </p:spPr>
      </p:pic>
      <p:sp>
        <p:nvSpPr>
          <p:cNvPr id="459" name="Google Shape;459;p57"/>
          <p:cNvSpPr/>
          <p:nvPr/>
        </p:nvSpPr>
        <p:spPr>
          <a:xfrm>
            <a:off x="17332200" y="457200"/>
            <a:ext cx="498600" cy="49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sp>
        <p:nvSpPr>
          <p:cNvPr id="460" name="Google Shape;460;p57"/>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pic>
        <p:nvPicPr>
          <p:cNvPr id="461" name="Google Shape;461;p57"/>
          <p:cNvPicPr preferRelativeResize="0"/>
          <p:nvPr/>
        </p:nvPicPr>
        <p:blipFill rotWithShape="1">
          <a:blip r:embed="rId4">
            <a:alphaModFix/>
          </a:blip>
          <a:srcRect b="0" l="40" r="50" t="0"/>
          <a:stretch/>
        </p:blipFill>
        <p:spPr>
          <a:xfrm rot="5400000">
            <a:off x="16092925" y="7165125"/>
            <a:ext cx="1947751" cy="1687699"/>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465" name="Shape 465"/>
        <p:cNvGrpSpPr/>
        <p:nvPr/>
      </p:nvGrpSpPr>
      <p:grpSpPr>
        <a:xfrm>
          <a:off x="0" y="0"/>
          <a:ext cx="0" cy="0"/>
          <a:chOff x="0" y="0"/>
          <a:chExt cx="0" cy="0"/>
        </a:xfrm>
      </p:grpSpPr>
      <p:sp>
        <p:nvSpPr>
          <p:cNvPr id="466" name="Google Shape;466;p58"/>
          <p:cNvSpPr txBox="1"/>
          <p:nvPr/>
        </p:nvSpPr>
        <p:spPr>
          <a:xfrm>
            <a:off x="240150" y="0"/>
            <a:ext cx="16931400" cy="91440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11700">
                <a:solidFill>
                  <a:schemeClr val="dk1"/>
                </a:solidFill>
                <a:latin typeface="Inter Medium"/>
                <a:ea typeface="Inter Medium"/>
                <a:cs typeface="Inter Medium"/>
                <a:sym typeface="Inter Medium"/>
              </a:rPr>
              <a:t>И пока</a:t>
            </a:r>
            <a:r>
              <a:rPr lang="en" sz="11700">
                <a:solidFill>
                  <a:schemeClr val="dk1"/>
                </a:solidFill>
                <a:latin typeface="Inter Medium"/>
                <a:ea typeface="Inter Medium"/>
                <a:cs typeface="Inter Medium"/>
                <a:sym typeface="Inter Medium"/>
              </a:rPr>
              <a:t> проект не сдан</a:t>
            </a:r>
            <a:endParaRPr sz="117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11700">
                <a:solidFill>
                  <a:schemeClr val="dk1"/>
                </a:solidFill>
                <a:latin typeface="Inter Medium"/>
                <a:ea typeface="Inter Medium"/>
                <a:cs typeface="Inter Medium"/>
                <a:sym typeface="Inter Medium"/>
              </a:rPr>
              <a:t>у тебя есть шансы сделать его креативным.</a:t>
            </a:r>
            <a:endParaRPr sz="11700">
              <a:solidFill>
                <a:schemeClr val="dk1"/>
              </a:solidFill>
              <a:latin typeface="Inter Medium"/>
              <a:ea typeface="Inter Medium"/>
              <a:cs typeface="Inter Medium"/>
              <a:sym typeface="Inter Medium"/>
            </a:endParaRPr>
          </a:p>
        </p:txBody>
      </p:sp>
      <p:pic>
        <p:nvPicPr>
          <p:cNvPr id="467" name="Google Shape;467;p58"/>
          <p:cNvPicPr preferRelativeResize="0"/>
          <p:nvPr/>
        </p:nvPicPr>
        <p:blipFill>
          <a:blip r:embed="rId3">
            <a:alphaModFix/>
          </a:blip>
          <a:stretch>
            <a:fillRect/>
          </a:stretch>
        </p:blipFill>
        <p:spPr>
          <a:xfrm>
            <a:off x="16302800" y="9535099"/>
            <a:ext cx="1528003" cy="294700"/>
          </a:xfrm>
          <a:prstGeom prst="rect">
            <a:avLst/>
          </a:prstGeom>
          <a:noFill/>
          <a:ln>
            <a:noFill/>
          </a:ln>
        </p:spPr>
      </p:pic>
      <p:sp>
        <p:nvSpPr>
          <p:cNvPr id="468" name="Google Shape;468;p58"/>
          <p:cNvSpPr/>
          <p:nvPr/>
        </p:nvSpPr>
        <p:spPr>
          <a:xfrm>
            <a:off x="17332200" y="457200"/>
            <a:ext cx="498600" cy="49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sp>
        <p:nvSpPr>
          <p:cNvPr id="469" name="Google Shape;469;p58"/>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pic>
        <p:nvPicPr>
          <p:cNvPr id="470" name="Google Shape;470;p58"/>
          <p:cNvPicPr preferRelativeResize="0"/>
          <p:nvPr/>
        </p:nvPicPr>
        <p:blipFill rotWithShape="1">
          <a:blip r:embed="rId4">
            <a:alphaModFix/>
          </a:blip>
          <a:srcRect b="0" l="40" r="50" t="0"/>
          <a:stretch/>
        </p:blipFill>
        <p:spPr>
          <a:xfrm rot="5400000">
            <a:off x="16092925" y="7165125"/>
            <a:ext cx="1947751" cy="1687699"/>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474" name="Shape 474"/>
        <p:cNvGrpSpPr/>
        <p:nvPr/>
      </p:nvGrpSpPr>
      <p:grpSpPr>
        <a:xfrm>
          <a:off x="0" y="0"/>
          <a:ext cx="0" cy="0"/>
          <a:chOff x="0" y="0"/>
          <a:chExt cx="0" cy="0"/>
        </a:xfrm>
      </p:grpSpPr>
      <p:pic>
        <p:nvPicPr>
          <p:cNvPr id="475" name="Google Shape;475;p59"/>
          <p:cNvPicPr preferRelativeResize="0"/>
          <p:nvPr/>
        </p:nvPicPr>
        <p:blipFill rotWithShape="1">
          <a:blip r:embed="rId3">
            <a:alphaModFix/>
          </a:blip>
          <a:srcRect b="0" l="0" r="0" t="0"/>
          <a:stretch/>
        </p:blipFill>
        <p:spPr>
          <a:xfrm>
            <a:off x="16302800" y="9535099"/>
            <a:ext cx="1528003" cy="294700"/>
          </a:xfrm>
          <a:prstGeom prst="rect">
            <a:avLst/>
          </a:prstGeom>
          <a:noFill/>
          <a:ln>
            <a:noFill/>
          </a:ln>
        </p:spPr>
      </p:pic>
      <p:sp>
        <p:nvSpPr>
          <p:cNvPr id="476" name="Google Shape;476;p59"/>
          <p:cNvSpPr/>
          <p:nvPr/>
        </p:nvSpPr>
        <p:spPr>
          <a:xfrm>
            <a:off x="17332200" y="457200"/>
            <a:ext cx="498600" cy="498600"/>
          </a:xfrm>
          <a:prstGeom prst="ellipse">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solidFill>
                <a:srgbClr val="EBEBEB"/>
              </a:solidFill>
            </a:endParaRPr>
          </a:p>
        </p:txBody>
      </p:sp>
      <p:sp>
        <p:nvSpPr>
          <p:cNvPr id="477" name="Google Shape;477;p59"/>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sp>
        <p:nvSpPr>
          <p:cNvPr id="478" name="Google Shape;478;p59"/>
          <p:cNvSpPr txBox="1"/>
          <p:nvPr/>
        </p:nvSpPr>
        <p:spPr>
          <a:xfrm>
            <a:off x="240150" y="0"/>
            <a:ext cx="10599600" cy="29886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7000">
                <a:solidFill>
                  <a:schemeClr val="dk1"/>
                </a:solidFill>
                <a:latin typeface="Inter Medium"/>
                <a:ea typeface="Inter Medium"/>
                <a:cs typeface="Inter Medium"/>
                <a:sym typeface="Inter Medium"/>
              </a:rPr>
              <a:t>Уникально в категории</a:t>
            </a:r>
            <a:endParaRPr sz="7000">
              <a:solidFill>
                <a:schemeClr val="dk1"/>
              </a:solidFill>
              <a:latin typeface="Inter Medium"/>
              <a:ea typeface="Inter Medium"/>
              <a:cs typeface="Inter Medium"/>
              <a:sym typeface="Inter Medium"/>
            </a:endParaRPr>
          </a:p>
        </p:txBody>
      </p:sp>
      <p:pic>
        <p:nvPicPr>
          <p:cNvPr descr="Controversial Depictions of Children" id="479" name="Google Shape;479;p59"/>
          <p:cNvPicPr preferRelativeResize="0"/>
          <p:nvPr/>
        </p:nvPicPr>
        <p:blipFill>
          <a:blip r:embed="rId4">
            <a:alphaModFix/>
          </a:blip>
          <a:stretch>
            <a:fillRect/>
          </a:stretch>
        </p:blipFill>
        <p:spPr>
          <a:xfrm>
            <a:off x="457198" y="1948900"/>
            <a:ext cx="2031926" cy="1426275"/>
          </a:xfrm>
          <a:prstGeom prst="rect">
            <a:avLst/>
          </a:prstGeom>
          <a:noFill/>
          <a:ln>
            <a:noFill/>
          </a:ln>
        </p:spPr>
      </p:pic>
      <p:pic>
        <p:nvPicPr>
          <p:cNvPr descr="Hyundai’s “Night Fishing,” created by Innocean, redefines branded entertainment by transforming the car from a passive product into an active storyteller. Shot entirely using seven cameras mounted on an IONIQ 5, the film immerses viewers in a humanistic thriller set at an EV charging station. By capturing the unfolding narrative through the car’s perspective—employing built-in cams, surround-view monitors, and digital side mirrors—the approach subtly showcases Hyundai’s advanced safety technologies, such as blind-spot reduction. &#10;&#10;Acknowledging modern audiences’ shorter attention spans, Hyundai embraced the concept of a “snack movie”—a cinematic bite tailored to today’s fast-paced content habits. Clocking in at roughly ten to thirteen minutes, “Night Fishing” officially premiered in CGV theaters across South Korea with an accessible ticket price of about 1,000 KRW (roughly $0.73), ensuring mass engagement and positioning the piece as real entertainment rather than mere advertising.&#10;&#10;The creative team enlisted K‑movie star Son Seok‑gu to lead the cast, with Palme d’Or-winning director Moon Byoung‑gon behind the helm. Their collaboration delivered a gripping plot accentuated by the car’s vantage, elevating the story without revealing the full vehicle on screen—or veering into overt product placement.&#10;&#10;Critics and audiences alike celebrated “Night Fishing.” It sparked buzz even before release, screened in film festivals such as Sundance’s ChefDance program and entered the Fantasia International Film Festival competition. It also secured the Best Editing award at Fantasia and garnered three Gold awards at the Korea Advertising Awards—for Film Craft, PR, and Branded Content—validating its creative ambition.&#10;&#10;By weaving Hyundai’s automotive technology into an emotionally compelling short film, “Night Fishing” transcended traditional commercials and resonated with ad‑resistant audiences. The strategic use of vehicle-mounted cameras reimagined the car as cinematographer, while the theatrical “snack movie” format delivered a fresh, engaging way to connect with consumers. In doing so, Hyundai not only entertained but also advanced its brand ethos—melding innovation, storytelling, and safety in a single memorable experience.&#10;&#10;AWARDS &#10;Cannes Lions 2025 &#10;- Entertainment Grand Prix &#10;https://www.llllitl.fr/2025/06/cannes-lions-2025-grand-prix/&#10;&#10;D&amp;AD 2025 &#10;- Yellow Pencil in Film (Innovation) &#10;- Wood Pencil in Film (Cinema Commercials Over 180 seconds) &#10;&#10;CREDITS&#10;Client: Hyundai Motor Company, Seoul&#10;Creative Agency: Innocean, Seoul.&#10;Production Companies: PLANIT; Stannum.&#10;Country: Republic of Korea.&#10;Actor: Sukku Son.&#10;Agency Producer: Bae‑Sung Kim.&#10;Art Director: Eun‑Ha Oh.&#10;CEO &amp; Founder: Suyoun Choi.&#10;Chief Creative Officer: Jung A Kim.&#10;Cinematographers: Kyuyeon Lee; Wonwoo Jung; Taewoo Kim.&#10;Copywriters: Doyu Yang; Seung‑Ha Rhee.&#10;Creative Director: Nari Moon.&#10;Creative Technologist: Hye‑Dong Roh.&#10;Director: Byoung‑Gon Moon.&#10;Executive Producers: In‑Ah Lee; Young‑Hwi Seo.&#10;Sound Design Executive Producer: Heekook Hur.&#10;Sound Designers: Hyunji Shin; Ehyun Moon.&#10;VFX Artists: Chohwi Park; Heeji Kim; Hyeongbin Yoon; Yookyung Hong; Jiyoung Kim; Chiyoung Park; Youjin Lee.&#10;Film Production: Markenfilm Asia.&#10;Post Production Company: LOCUS.&#10;Sound Production: Stone Sound.&#10;Account Directors: Bo‑Kyung Kim; Min Kang.&#10;Account Executives: Sarah Yuna Choi; Sejin Sam Kim.&#10;Chief Marketing Officer: Sungwon Jee.&#10;Executive Group Account Director: Hak‑no Hayden Yun.&#10;Head of Brand Marketing: Jumi Kim.&#10;Heads of Marketing: Bongjo Kang; Sae‑mi Shin.&#10;Managers: Jiyeon Che; Eugene Song.&#10;Producers: Zooran Im; Daniel Bongard; Moonju Jeong.&#10;Senior Account Director: Gye‑Eun Chang.&#10;Senior Managers: Seokhyun Alex Oh; Boyoung Joo." id="480" name="Google Shape;480;p59" title="Hyundai - Night Fishing (case study)">
            <a:hlinkClick r:id="rId5"/>
          </p:cNvPr>
          <p:cNvPicPr preferRelativeResize="0"/>
          <p:nvPr/>
        </p:nvPicPr>
        <p:blipFill>
          <a:blip r:embed="rId6">
            <a:alphaModFix/>
          </a:blip>
          <a:stretch>
            <a:fillRect/>
          </a:stretch>
        </p:blipFill>
        <p:spPr>
          <a:xfrm>
            <a:off x="2700775" y="2004830"/>
            <a:ext cx="2336725" cy="1314408"/>
          </a:xfrm>
          <a:prstGeom prst="rect">
            <a:avLst/>
          </a:prstGeom>
          <a:noFill/>
          <a:ln>
            <a:noFill/>
          </a:ln>
        </p:spPr>
      </p:pic>
      <p:pic>
        <p:nvPicPr>
          <p:cNvPr descr="100 years of work, one split-second moment. The culmination of countless hours of development, research, engineering, testing, and data collection, the new fully electric EX90 is designed to be the safest Volvo car ever made.&#10;&#10;Learn more about the Volvo EX90: https://volvoca.rs/3H8d8yf&#10;&#10;#volvoex90 #ev #volvo" id="481" name="Google Shape;481;p59" title="Meet the new Volvo EX90">
            <a:hlinkClick r:id="rId7"/>
          </p:cNvPr>
          <p:cNvPicPr preferRelativeResize="0"/>
          <p:nvPr/>
        </p:nvPicPr>
        <p:blipFill>
          <a:blip r:embed="rId8">
            <a:alphaModFix/>
          </a:blip>
          <a:stretch>
            <a:fillRect/>
          </a:stretch>
        </p:blipFill>
        <p:spPr>
          <a:xfrm>
            <a:off x="5249150" y="2004825"/>
            <a:ext cx="2336725" cy="1314408"/>
          </a:xfrm>
          <a:prstGeom prst="rect">
            <a:avLst/>
          </a:prstGeom>
          <a:noFill/>
          <a:ln>
            <a:noFill/>
          </a:ln>
        </p:spPr>
      </p:pic>
      <p:pic>
        <p:nvPicPr>
          <p:cNvPr descr="When watching a series with friends, you pause more than you watch. So, Heineken and LePub São Paulo decided to turn pausing into a moment to look forward to.&#10;&#10;Welcome to Streaming Bar, the first bar inside Netflix that opens when you pause a show." id="482" name="Google Shape;482;p59" title="Heineken | Streaming Bar">
            <a:hlinkClick r:id="rId9"/>
          </p:cNvPr>
          <p:cNvPicPr preferRelativeResize="0"/>
          <p:nvPr/>
        </p:nvPicPr>
        <p:blipFill>
          <a:blip r:embed="rId10">
            <a:alphaModFix/>
          </a:blip>
          <a:stretch>
            <a:fillRect/>
          </a:stretch>
        </p:blipFill>
        <p:spPr>
          <a:xfrm>
            <a:off x="7797525" y="2004825"/>
            <a:ext cx="2336725" cy="1314418"/>
          </a:xfrm>
          <a:prstGeom prst="rect">
            <a:avLst/>
          </a:prstGeom>
          <a:noFill/>
          <a:ln>
            <a:noFill/>
          </a:ln>
        </p:spPr>
      </p:pic>
      <p:pic>
        <p:nvPicPr>
          <p:cNvPr descr="www.IamCeraVe.com" id="483" name="Google Shape;483;p59" title="CeraVe with Michael Cera...Ve">
            <a:hlinkClick r:id="rId11"/>
          </p:cNvPr>
          <p:cNvPicPr preferRelativeResize="0"/>
          <p:nvPr/>
        </p:nvPicPr>
        <p:blipFill>
          <a:blip r:embed="rId12">
            <a:alphaModFix/>
          </a:blip>
          <a:stretch>
            <a:fillRect/>
          </a:stretch>
        </p:blipFill>
        <p:spPr>
          <a:xfrm>
            <a:off x="10345900" y="2004825"/>
            <a:ext cx="2336725" cy="1314408"/>
          </a:xfrm>
          <a:prstGeom prst="rect">
            <a:avLst/>
          </a:prstGeom>
          <a:noFill/>
          <a:ln>
            <a:noFill/>
          </a:ln>
        </p:spPr>
      </p:pic>
      <p:pic>
        <p:nvPicPr>
          <p:cNvPr descr=" " id="484" name="Google Shape;484;p59" title="cannes">
            <a:hlinkClick r:id="rId13"/>
          </p:cNvPr>
          <p:cNvPicPr preferRelativeResize="0"/>
          <p:nvPr/>
        </p:nvPicPr>
        <p:blipFill>
          <a:blip r:embed="rId14">
            <a:alphaModFix/>
          </a:blip>
          <a:stretch>
            <a:fillRect/>
          </a:stretch>
        </p:blipFill>
        <p:spPr>
          <a:xfrm>
            <a:off x="457199" y="3564554"/>
            <a:ext cx="2031925" cy="1142958"/>
          </a:xfrm>
          <a:prstGeom prst="rect">
            <a:avLst/>
          </a:prstGeom>
          <a:noFill/>
          <a:ln>
            <a:noFill/>
          </a:ln>
        </p:spPr>
      </p:pic>
      <p:pic>
        <p:nvPicPr>
          <p:cNvPr descr="AB INBEV SA - BREAD OF THE NATION (Case Study) | Campaign&#10;&#10;Castle Lager, South Africa's top-selling beer brand, sources all raw materials domestically, ensuring premium quality. However, post-brewing, significant amounts of spent grain, rich in nutrients, are discarded. &#10;&#10;As a brand known for uniting the South African nation, we wanted to unite it in a new way - to use our quality ingredients left behind after the beer brewing process to help another big issue in South Africa: hunger. 55% of South Africans live in poverty, with over 20 million going hungry every day.&#10;&#10;Credits:&#10;- Client: AB InBev&#10;- Brand: Castle Lager (AB InBev / South African Breweries)&#10;- Advertising Agency: Ogilvy South Africa&#10;- Production Company: LittleBig Productions" id="485" name="Google Shape;485;p59" title="AB INBEV SA - BREAD OF THE NATION (Case Study) | Campaign">
            <a:hlinkClick r:id="rId15"/>
          </p:cNvPr>
          <p:cNvPicPr preferRelativeResize="0"/>
          <p:nvPr/>
        </p:nvPicPr>
        <p:blipFill>
          <a:blip r:embed="rId16">
            <a:alphaModFix/>
          </a:blip>
          <a:stretch>
            <a:fillRect/>
          </a:stretch>
        </p:blipFill>
        <p:spPr>
          <a:xfrm>
            <a:off x="2700775" y="3564550"/>
            <a:ext cx="2031923" cy="1142950"/>
          </a:xfrm>
          <a:prstGeom prst="rect">
            <a:avLst/>
          </a:prstGeom>
          <a:noFill/>
          <a:ln>
            <a:noFill/>
          </a:ln>
        </p:spPr>
      </p:pic>
      <p:pic>
        <p:nvPicPr>
          <p:cNvPr id="486" name="Google Shape;486;p59" title="TEMPTATIONS™ CATS LOSE THEIR COOL™: Teenage DJ Cat">
            <a:hlinkClick r:id="rId17"/>
          </p:cNvPr>
          <p:cNvPicPr preferRelativeResize="0"/>
          <p:nvPr/>
        </p:nvPicPr>
        <p:blipFill>
          <a:blip r:embed="rId18">
            <a:alphaModFix/>
          </a:blip>
          <a:stretch>
            <a:fillRect/>
          </a:stretch>
        </p:blipFill>
        <p:spPr>
          <a:xfrm>
            <a:off x="4944350" y="3564554"/>
            <a:ext cx="2031911" cy="1142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0"/>
                                        </p:tgtEl>
                                        <p:attrNameLst>
                                          <p:attrName>style.visibility</p:attrName>
                                        </p:attrNameLst>
                                      </p:cBhvr>
                                      <p:to>
                                        <p:strVal val="visible"/>
                                      </p:to>
                                    </p:set>
                                    <p:animEffect filter="fade" transition="in">
                                      <p:cBhvr>
                                        <p:cTn dur="1000"/>
                                        <p:tgtEl>
                                          <p:spTgt spid="4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
                                        </p:tgtEl>
                                        <p:attrNameLst>
                                          <p:attrName>style.visibility</p:attrName>
                                        </p:attrNameLst>
                                      </p:cBhvr>
                                      <p:to>
                                        <p:strVal val="visible"/>
                                      </p:to>
                                    </p:set>
                                    <p:animEffect filter="fade" transition="in">
                                      <p:cBhvr>
                                        <p:cTn dur="1000"/>
                                        <p:tgtEl>
                                          <p:spTgt spid="4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
                                        </p:tgtEl>
                                        <p:attrNameLst>
                                          <p:attrName>style.visibility</p:attrName>
                                        </p:attrNameLst>
                                      </p:cBhvr>
                                      <p:to>
                                        <p:strVal val="visible"/>
                                      </p:to>
                                    </p:set>
                                    <p:animEffect filter="fade" transition="in">
                                      <p:cBhvr>
                                        <p:cTn dur="1000"/>
                                        <p:tgtEl>
                                          <p:spTgt spid="4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3"/>
                                        </p:tgtEl>
                                        <p:attrNameLst>
                                          <p:attrName>style.visibility</p:attrName>
                                        </p:attrNameLst>
                                      </p:cBhvr>
                                      <p:to>
                                        <p:strVal val="visible"/>
                                      </p:to>
                                    </p:set>
                                    <p:animEffect filter="fade" transition="in">
                                      <p:cBhvr>
                                        <p:cTn dur="1000"/>
                                        <p:tgtEl>
                                          <p:spTgt spid="4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4"/>
                                        </p:tgtEl>
                                        <p:attrNameLst>
                                          <p:attrName>style.visibility</p:attrName>
                                        </p:attrNameLst>
                                      </p:cBhvr>
                                      <p:to>
                                        <p:strVal val="visible"/>
                                      </p:to>
                                    </p:set>
                                    <p:animEffect filter="fade" transition="in">
                                      <p:cBhvr>
                                        <p:cTn dur="1000"/>
                                        <p:tgtEl>
                                          <p:spTgt spid="4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5"/>
                                        </p:tgtEl>
                                        <p:attrNameLst>
                                          <p:attrName>style.visibility</p:attrName>
                                        </p:attrNameLst>
                                      </p:cBhvr>
                                      <p:to>
                                        <p:strVal val="visible"/>
                                      </p:to>
                                    </p:set>
                                    <p:animEffect filter="fade" transition="in">
                                      <p:cBhvr>
                                        <p:cTn dur="1000"/>
                                        <p:tgtEl>
                                          <p:spTgt spid="4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6"/>
                                        </p:tgtEl>
                                        <p:attrNameLst>
                                          <p:attrName>style.visibility</p:attrName>
                                        </p:attrNameLst>
                                      </p:cBhvr>
                                      <p:to>
                                        <p:strVal val="visible"/>
                                      </p:to>
                                    </p:set>
                                    <p:animEffect filter="fade" transition="in">
                                      <p:cBhvr>
                                        <p:cTn dur="1000"/>
                                        <p:tgtEl>
                                          <p:spTgt spid="4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490" name="Shape 490"/>
        <p:cNvGrpSpPr/>
        <p:nvPr/>
      </p:nvGrpSpPr>
      <p:grpSpPr>
        <a:xfrm>
          <a:off x="0" y="0"/>
          <a:ext cx="0" cy="0"/>
          <a:chOff x="0" y="0"/>
          <a:chExt cx="0" cy="0"/>
        </a:xfrm>
      </p:grpSpPr>
      <p:pic>
        <p:nvPicPr>
          <p:cNvPr id="491" name="Google Shape;491;p60"/>
          <p:cNvPicPr preferRelativeResize="0"/>
          <p:nvPr/>
        </p:nvPicPr>
        <p:blipFill rotWithShape="1">
          <a:blip r:embed="rId3">
            <a:alphaModFix/>
          </a:blip>
          <a:srcRect b="0" l="0" r="0" t="0"/>
          <a:stretch/>
        </p:blipFill>
        <p:spPr>
          <a:xfrm>
            <a:off x="16302800" y="9535099"/>
            <a:ext cx="1528003" cy="294700"/>
          </a:xfrm>
          <a:prstGeom prst="rect">
            <a:avLst/>
          </a:prstGeom>
          <a:noFill/>
          <a:ln>
            <a:noFill/>
          </a:ln>
        </p:spPr>
      </p:pic>
      <p:sp>
        <p:nvSpPr>
          <p:cNvPr id="492" name="Google Shape;492;p60"/>
          <p:cNvSpPr/>
          <p:nvPr/>
        </p:nvSpPr>
        <p:spPr>
          <a:xfrm>
            <a:off x="17332200" y="457200"/>
            <a:ext cx="498600" cy="498600"/>
          </a:xfrm>
          <a:prstGeom prst="ellipse">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solidFill>
                <a:srgbClr val="EBEBEB"/>
              </a:solidFill>
            </a:endParaRPr>
          </a:p>
        </p:txBody>
      </p:sp>
      <p:sp>
        <p:nvSpPr>
          <p:cNvPr id="493" name="Google Shape;493;p60"/>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sp>
        <p:nvSpPr>
          <p:cNvPr id="494" name="Google Shape;494;p60"/>
          <p:cNvSpPr txBox="1"/>
          <p:nvPr/>
        </p:nvSpPr>
        <p:spPr>
          <a:xfrm>
            <a:off x="240150" y="0"/>
            <a:ext cx="10599600" cy="29886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7000">
                <a:solidFill>
                  <a:schemeClr val="dk1"/>
                </a:solidFill>
                <a:latin typeface="Inter Medium"/>
                <a:ea typeface="Inter Medium"/>
                <a:cs typeface="Inter Medium"/>
                <a:sym typeface="Inter Medium"/>
              </a:rPr>
              <a:t>Уникально в стратегии</a:t>
            </a:r>
            <a:endParaRPr sz="7000">
              <a:solidFill>
                <a:schemeClr val="dk1"/>
              </a:solidFill>
              <a:latin typeface="Inter Medium"/>
              <a:ea typeface="Inter Medium"/>
              <a:cs typeface="Inter Medium"/>
              <a:sym typeface="Inter Medium"/>
            </a:endParaRPr>
          </a:p>
        </p:txBody>
      </p:sp>
      <p:pic>
        <p:nvPicPr>
          <p:cNvPr id="495" name="Google Shape;495;p60" title="Kindergarten On Wheels">
            <a:hlinkClick r:id="rId4"/>
          </p:cNvPr>
          <p:cNvPicPr preferRelativeResize="0"/>
          <p:nvPr/>
        </p:nvPicPr>
        <p:blipFill>
          <a:blip r:embed="rId5">
            <a:alphaModFix/>
          </a:blip>
          <a:stretch>
            <a:fillRect/>
          </a:stretch>
        </p:blipFill>
        <p:spPr>
          <a:xfrm>
            <a:off x="457200" y="1948900"/>
            <a:ext cx="2278375" cy="1281600"/>
          </a:xfrm>
          <a:prstGeom prst="rect">
            <a:avLst/>
          </a:prstGeom>
          <a:noFill/>
          <a:ln>
            <a:noFill/>
          </a:ln>
        </p:spPr>
      </p:pic>
      <p:pic>
        <p:nvPicPr>
          <p:cNvPr descr="10,000 Londoners die prematurely every year due to toxic air. But this is an invisible killer. Unseen, ignored, and all the more deadly as a result. AMVBBDO and Central Office of Public Interest (https://www.centralofficeofpublicinterest.com) made Londoners care, by linking air pollution to something they do care about - property prices. addresspollution.org gives everyone in London an Air Quality Report for their address, showing its health and financial costs. Shocked homeowners could then demand action at a local and national level. The service launched with a multi-channel guerrilla campaign targeting the property industry.&#10;&#10;&#10;Main awards &#10;- Cannes Lions Health and United Nations Foundation Grand Prix 2021. &#10;&#10;CREDITS &#10;Client: Central Office of Public Interest London (UK), Humphrey Milles. &#10;https://www.centralofficeofpublicinterest.com &#10;Advertising agency: AMV BBDO London. &#10;PR: One Green Bean. &#10;Digital Production: HYD. &#10;Production Company: The Mill, Gorilla Gorilla Films, Untold Studios, OB Management, HYD. &#10;Chief Creative Director: Alex Grieve. &#10;Executive Creative Director: Nadja Lossgott, Nicholas Hulley. &#10;Creative Director: Toby Allen, Jim Hilson. &#10;Art Director: Scott Kelly. &#10;Copywriter: Ben Polkinghorne. &#10;Typographer: Mario Kerkstra. &#10;Designer: Mario Kerkstra. &#10;Executive Producer: Anita Sasdy. &#10;Account Handler: Rachel Dymond, Tessa Brisbane, Anna Holloway. &#10;Strategic Planner: Talitha Turbin. &#10;Data Analyst: Seth Shenbanjo. &#10;Digital Producer: Shail Mehta. &#10;Photographer: Harriet Phillips. &#10;Design Agency: AMV BBDO London." id="496" name="Google Shape;496;p60" title="Central Office of Public Interest - Address Pollution .org (case study)">
            <a:hlinkClick r:id="rId6"/>
          </p:cNvPr>
          <p:cNvPicPr preferRelativeResize="0"/>
          <p:nvPr/>
        </p:nvPicPr>
        <p:blipFill>
          <a:blip r:embed="rId7">
            <a:alphaModFix/>
          </a:blip>
          <a:stretch>
            <a:fillRect/>
          </a:stretch>
        </p:blipFill>
        <p:spPr>
          <a:xfrm>
            <a:off x="3029950" y="1948900"/>
            <a:ext cx="2278400" cy="1281600"/>
          </a:xfrm>
          <a:prstGeom prst="rect">
            <a:avLst/>
          </a:prstGeom>
          <a:noFill/>
          <a:ln>
            <a:noFill/>
          </a:ln>
        </p:spPr>
      </p:pic>
      <p:pic>
        <p:nvPicPr>
          <p:cNvPr id="497" name="Google Shape;497;p60" title="Mercado Libre / Handshake Hunt">
            <a:hlinkClick r:id="rId8"/>
          </p:cNvPr>
          <p:cNvPicPr preferRelativeResize="0"/>
          <p:nvPr/>
        </p:nvPicPr>
        <p:blipFill>
          <a:blip r:embed="rId9">
            <a:alphaModFix/>
          </a:blip>
          <a:stretch>
            <a:fillRect/>
          </a:stretch>
        </p:blipFill>
        <p:spPr>
          <a:xfrm>
            <a:off x="5602725" y="1948900"/>
            <a:ext cx="2278400" cy="1281600"/>
          </a:xfrm>
          <a:prstGeom prst="rect">
            <a:avLst/>
          </a:prstGeom>
          <a:noFill/>
          <a:ln>
            <a:noFill/>
          </a:ln>
        </p:spPr>
      </p:pic>
      <p:pic>
        <p:nvPicPr>
          <p:cNvPr descr="In Brazil, mixed-breed dogs—affectionately known as &quot;Caramelos&quot;—have long been overlooked in favor of purebreds. To challenge this bias and promote responsible adoption, Pedigree, in collaboration with AlmapBBDO, launched the &quot;Caramelo&quot; campaign. This initiative aimed to elevate the status of Caramelos, celebrating them as symbols of affection, loyalty, and companionship.&#10;&#10;The campaign's centerpiece was a film that showcased the Caramelo as a beloved companion, deserving of the same recognition and care as purebred dogs. Beyond the film, the campaign included a groundbreaking genetic study of 350 Caramelos, conducted in partnership with DNA Pets, to establish shared physical, genetic, and health traits. &#10;&#10;Additionally, the Caramelo Kennel Club was founded to unite Caramelo enthusiasts, offering exclusive content, adoption events, and community engagement. A significant aspect of the campaign was the first-ever Caramelo Dog Show, which not only celebrated these dogs but also featured a major adoption fair. To further integrate Caramelos into everyday life, Pedigree repackaged its products with images of Caramelos, reinforcing their status as icons of Brazilian culture.&#10;&#10;Supported by Brazilian celebrities like Tatá Werneck, João Vicente de Castro, and Gabriel Louchard, the campaign garnered widespread attention. Tatá Werneck, known for her advocacy for animal welfare, led the movement after discovering that mutts like her dog Maminha were excluded from dog shows due to their mixed heritage. Her involvement brought significant visibility to the cause, inspiring others to recognize and adopt Caramelos.&#10;&#10;Through this multifaceted approach, the &quot;Caramelo&quot; campaign successfully reframed the image of mixed-breed dogs in Brazil, encouraging their adoption and celebrating their unique qualities.&#10;&#10;AWARDS &#10;Cannes Lions 2025 &#10;- Shortlisted in the Dan Wieden Titanium Lions &#10;https://www.llllitl.fr/2025/06/cannes-lions-2025-titanium/&#10;&#10;CREDITS &#10;Client: Pedigree (Mars), Brazil.&#10;&#10;Creative Agency: AlmapBBDO.&#10;President and CEO: Filipe Bartholomeu.&#10;Chief Creative Officer: Marco “Pernil” Giannelli.&#10;Executive Creative Directors: Eduardo Lima, Fernando Duarte, Henrique Del Lama, Pedro Corbett, Rodrigo Adam.&#10;Creatives: Caique Llaguno, Gustavo Souza, Hiroito Takahashi, Isabella Remelli.&#10;Content: Fernando “Pandão” Cury.&#10;RTV: Diego Villas Boas, Victor Alloza, Mariana Golpian, Antonia Cid Ferreira.&#10;Client Services: Camilla Massari, Fernanda Portugal, Julia Marques, Manuella Gavioli, Ana Flávia Albuquerque.&#10;CSO: João Gabriel Fernandes.&#10;Strategy: David Gross, Filipe Yudi Nakaoka, Luana Rodrigues Sanches, Giovanna Rodrigues Orsatti.&#10;Special Projects: Julia Newman, Diego Honorato, Larissa Sarkis, Pedro Santi.&#10;Live: Siegfrid Frazao Keysselt Junior, Mila Andrade, Christiane Gonçalves Estrella, Jeniffer Oliveira dos Santos.&#10;Approval: Natalia Ball, Fabio Aligns, Ignacio Inda, Rodrigo Alfieri, Ricardo Marinho, Clara Barin, Marina Moresco.&#10;PR: Imagem Corporativa, PR Almap, Giusti.&#10;Photography: Mariana Valverde | Estúdio Almap.&#10;Executive Production: 21 Sun.&#10;Almap Studio Coordinator: Stephanie Biekarck.&#10;&#10;Illustrations:&#10;Production Company: Black Madre.&#10;Creative Director: André Maciel.&#10;Executive Director: Tina Castro.&#10;Head of Planning: Le Alves.&#10;Planning: Beatriz Perrote, Tommy Martins.&#10;Client Services: Camila Holzmann.&#10;Head of Production: Laryssa Andrade.&#10;Producer: Felipe Ribs.&#10;Illustrators: Leandro Dexter, Leo Soares.&#10;Lettering: Ribeiro.&#10;&#10;Content Agency: T&amp;P powered by Fbiz.&#10;Client Services: Maryane Colombo, Helena Batisteti.&#10;Content: Vanessa Vieira, Daniela Maccio, Paulo Borges, Amanda Lopes, Paulo Sampaio.&#10;Customer Voice: Carol Coleto, Juliana Luccas.&#10;Tech/SEO: Ana Marques, Marina Almeida, José Monte.&#10;&#10;DNA Pets&#10;Head: Jaqueline Oliveira Rosa.&#10;CEO: Rodrigo Faria Matheucci.&#10;&#10;Media Agency: Essencemediacom.&#10;Production Company: Surreal Hotel Arts.&#10;Audio Production: Raw Audio." id="498" name="Google Shape;498;p60" title="Pedigree - Caramelo (case study)">
            <a:hlinkClick r:id="rId10"/>
          </p:cNvPr>
          <p:cNvPicPr preferRelativeResize="0"/>
          <p:nvPr/>
        </p:nvPicPr>
        <p:blipFill>
          <a:blip r:embed="rId11">
            <a:alphaModFix/>
          </a:blip>
          <a:stretch>
            <a:fillRect/>
          </a:stretch>
        </p:blipFill>
        <p:spPr>
          <a:xfrm>
            <a:off x="8175496" y="1930770"/>
            <a:ext cx="2278375" cy="1281586"/>
          </a:xfrm>
          <a:prstGeom prst="rect">
            <a:avLst/>
          </a:prstGeom>
          <a:noFill/>
          <a:ln>
            <a:noFill/>
          </a:ln>
        </p:spPr>
      </p:pic>
      <p:pic>
        <p:nvPicPr>
          <p:cNvPr descr="Using your Other Hand? It’s a Cheetos Thing." id="499" name="Google Shape;499;p60" title="Cheetos | The Other Hand">
            <a:hlinkClick r:id="rId12"/>
          </p:cNvPr>
          <p:cNvPicPr preferRelativeResize="0"/>
          <p:nvPr/>
        </p:nvPicPr>
        <p:blipFill>
          <a:blip r:embed="rId13">
            <a:alphaModFix/>
          </a:blip>
          <a:stretch>
            <a:fillRect/>
          </a:stretch>
        </p:blipFill>
        <p:spPr>
          <a:xfrm>
            <a:off x="10748250" y="1948913"/>
            <a:ext cx="2278375" cy="1281586"/>
          </a:xfrm>
          <a:prstGeom prst="rect">
            <a:avLst/>
          </a:prstGeom>
          <a:noFill/>
          <a:ln>
            <a:noFill/>
          </a:ln>
        </p:spPr>
      </p:pic>
      <p:pic>
        <p:nvPicPr>
          <p:cNvPr id="500" name="Google Shape;500;p60" title="Heetch / Choose Uber">
            <a:hlinkClick r:id="rId14"/>
          </p:cNvPr>
          <p:cNvPicPr preferRelativeResize="0"/>
          <p:nvPr/>
        </p:nvPicPr>
        <p:blipFill>
          <a:blip r:embed="rId15">
            <a:alphaModFix/>
          </a:blip>
          <a:stretch>
            <a:fillRect/>
          </a:stretch>
        </p:blipFill>
        <p:spPr>
          <a:xfrm>
            <a:off x="13321000" y="1948925"/>
            <a:ext cx="2278375" cy="1281586"/>
          </a:xfrm>
          <a:prstGeom prst="rect">
            <a:avLst/>
          </a:prstGeom>
          <a:noFill/>
          <a:ln>
            <a:noFill/>
          </a:ln>
        </p:spPr>
      </p:pic>
      <p:pic>
        <p:nvPicPr>
          <p:cNvPr id="501" name="Google Shape;501;p60" title="Heetch / Uber Heetch">
            <a:hlinkClick r:id="rId16"/>
          </p:cNvPr>
          <p:cNvPicPr preferRelativeResize="0"/>
          <p:nvPr/>
        </p:nvPicPr>
        <p:blipFill>
          <a:blip r:embed="rId17">
            <a:alphaModFix/>
          </a:blip>
          <a:stretch>
            <a:fillRect/>
          </a:stretch>
        </p:blipFill>
        <p:spPr>
          <a:xfrm>
            <a:off x="457200" y="3413306"/>
            <a:ext cx="2278400" cy="1281600"/>
          </a:xfrm>
          <a:prstGeom prst="rect">
            <a:avLst/>
          </a:prstGeom>
          <a:noFill/>
          <a:ln>
            <a:noFill/>
          </a:ln>
        </p:spPr>
      </p:pic>
      <p:pic>
        <p:nvPicPr>
          <p:cNvPr id="502" name="Google Shape;502;p60" title="Utair Where you belong (case)">
            <a:hlinkClick r:id="rId18"/>
          </p:cNvPr>
          <p:cNvPicPr preferRelativeResize="0"/>
          <p:nvPr/>
        </p:nvPicPr>
        <p:blipFill>
          <a:blip r:embed="rId19">
            <a:alphaModFix/>
          </a:blip>
          <a:stretch>
            <a:fillRect/>
          </a:stretch>
        </p:blipFill>
        <p:spPr>
          <a:xfrm>
            <a:off x="3029950" y="3413300"/>
            <a:ext cx="2278400" cy="1281600"/>
          </a:xfrm>
          <a:prstGeom prst="rect">
            <a:avLst/>
          </a:prstGeom>
          <a:noFill/>
          <a:ln>
            <a:noFill/>
          </a:ln>
        </p:spPr>
      </p:pic>
      <p:pic>
        <p:nvPicPr>
          <p:cNvPr descr="2025 Cannes Lions Grand Prix winner" id="503" name="Google Shape;503;p60" title="Lucky Yatra (Case Study), 2025 Cannes Lions Grand Prix - Indian Railways">
            <a:hlinkClick r:id="rId20"/>
          </p:cNvPr>
          <p:cNvPicPr preferRelativeResize="0"/>
          <p:nvPr/>
        </p:nvPicPr>
        <p:blipFill>
          <a:blip r:embed="rId21">
            <a:alphaModFix/>
          </a:blip>
          <a:stretch>
            <a:fillRect/>
          </a:stretch>
        </p:blipFill>
        <p:spPr>
          <a:xfrm>
            <a:off x="5602700" y="3413300"/>
            <a:ext cx="2278400" cy="1281600"/>
          </a:xfrm>
          <a:prstGeom prst="rect">
            <a:avLst/>
          </a:prstGeom>
          <a:noFill/>
          <a:ln>
            <a:noFill/>
          </a:ln>
        </p:spPr>
      </p:pic>
      <p:pic>
        <p:nvPicPr>
          <p:cNvPr descr="Oreo transformed its iconic cookie into a playful exercise in &quot;sonic branding&quot; and social engagement. The campaign leveraged the simple act of twisting, licking, and dunking an Oreo, translating these actions into a &quot;Morse code&quot; for the brand.&#10;&#10;-----------&#10;ETBrandEquity.com is the online destination of Brand Equity, India's premier source of information, news and opinion on marketing and advertising.&#10;&#10;Follow us here for more updates!&#10;LinkedIn: https://www.linkedin.com/company/etbrandequity/&#10;&#10;Twitter: https://twitter.com/ETBrandEquity&#10;&#10;Facebook: https://www.facebook.com/ETBrandEquity/&#10;&#10;#ETBrandEquity #Brandupdates #marketing #advertising #cannes2025 #canneslions #canneslions2025 #beextraordinary" id="504" name="Google Shape;504;p60" title="Oreo &quot;Name this Oreo”, VML">
            <a:hlinkClick r:id="rId22"/>
          </p:cNvPr>
          <p:cNvPicPr preferRelativeResize="0"/>
          <p:nvPr/>
        </p:nvPicPr>
        <p:blipFill>
          <a:blip r:embed="rId23">
            <a:alphaModFix/>
          </a:blip>
          <a:stretch>
            <a:fillRect/>
          </a:stretch>
        </p:blipFill>
        <p:spPr>
          <a:xfrm>
            <a:off x="8175450" y="3375925"/>
            <a:ext cx="2278363" cy="1281600"/>
          </a:xfrm>
          <a:prstGeom prst="rect">
            <a:avLst/>
          </a:prstGeom>
          <a:noFill/>
          <a:ln>
            <a:noFill/>
          </a:ln>
        </p:spPr>
      </p:pic>
      <p:pic>
        <p:nvPicPr>
          <p:cNvPr descr="Uber Eats / A Century of Cravings&#10;U.S. Special&#10;&#10;Shelby Lemons (Art Direction, 2016)&#10;Associate Creative Director / U.S. Special&#10;&#10;The Brandcenter is a two-year, full-time master's program focused on developing the best creative problem-solvers in the world of brands. &#10;&#10;Learn more about the Brandcenter: http://www.brandcenter.vcu.edu &#10;&#10;Follow the Brandcenter on other social media platforms:&#10;• Instagram (http://www.instagram.com/vcu_brandcenter) &#10;• LinkedIn (https://www.linkedin.com/school/vcu-brandcenter/)" id="505" name="Google Shape;505;p60" title="Uber Eats / A Century of Cravings - 2025 Super Bowl Commercial">
            <a:hlinkClick r:id="rId24"/>
          </p:cNvPr>
          <p:cNvPicPr preferRelativeResize="0"/>
          <p:nvPr/>
        </p:nvPicPr>
        <p:blipFill>
          <a:blip r:embed="rId25">
            <a:alphaModFix/>
          </a:blip>
          <a:stretch>
            <a:fillRect/>
          </a:stretch>
        </p:blipFill>
        <p:spPr>
          <a:xfrm>
            <a:off x="10748177" y="3413300"/>
            <a:ext cx="2278400" cy="1281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6"/>
                                        </p:tgtEl>
                                        <p:attrNameLst>
                                          <p:attrName>style.visibility</p:attrName>
                                        </p:attrNameLst>
                                      </p:cBhvr>
                                      <p:to>
                                        <p:strVal val="visible"/>
                                      </p:to>
                                    </p:set>
                                    <p:animEffect filter="fade" transition="in">
                                      <p:cBhvr>
                                        <p:cTn dur="1000"/>
                                        <p:tgtEl>
                                          <p:spTgt spid="4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7"/>
                                        </p:tgtEl>
                                        <p:attrNameLst>
                                          <p:attrName>style.visibility</p:attrName>
                                        </p:attrNameLst>
                                      </p:cBhvr>
                                      <p:to>
                                        <p:strVal val="visible"/>
                                      </p:to>
                                    </p:set>
                                    <p:animEffect filter="fade" transition="in">
                                      <p:cBhvr>
                                        <p:cTn dur="1000"/>
                                        <p:tgtEl>
                                          <p:spTgt spid="4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gtEl>
                                        <p:attrNameLst>
                                          <p:attrName>style.visibility</p:attrName>
                                        </p:attrNameLst>
                                      </p:cBhvr>
                                      <p:to>
                                        <p:strVal val="visible"/>
                                      </p:to>
                                    </p:set>
                                    <p:animEffect filter="fade" transition="in">
                                      <p:cBhvr>
                                        <p:cTn dur="1000"/>
                                        <p:tgtEl>
                                          <p:spTgt spid="4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gtEl>
                                        <p:attrNameLst>
                                          <p:attrName>style.visibility</p:attrName>
                                        </p:attrNameLst>
                                      </p:cBhvr>
                                      <p:to>
                                        <p:strVal val="visible"/>
                                      </p:to>
                                    </p:set>
                                    <p:animEffect filter="fade" transition="in">
                                      <p:cBhvr>
                                        <p:cTn dur="1000"/>
                                        <p:tgtEl>
                                          <p:spTgt spid="4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0"/>
                                        </p:tgtEl>
                                        <p:attrNameLst>
                                          <p:attrName>style.visibility</p:attrName>
                                        </p:attrNameLst>
                                      </p:cBhvr>
                                      <p:to>
                                        <p:strVal val="visible"/>
                                      </p:to>
                                    </p:set>
                                    <p:animEffect filter="fade" transition="in">
                                      <p:cBhvr>
                                        <p:cTn dur="1000"/>
                                        <p:tgtEl>
                                          <p:spTgt spid="5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1"/>
                                        </p:tgtEl>
                                        <p:attrNameLst>
                                          <p:attrName>style.visibility</p:attrName>
                                        </p:attrNameLst>
                                      </p:cBhvr>
                                      <p:to>
                                        <p:strVal val="visible"/>
                                      </p:to>
                                    </p:set>
                                    <p:animEffect filter="fade" transition="in">
                                      <p:cBhvr>
                                        <p:cTn dur="1000"/>
                                        <p:tgtEl>
                                          <p:spTgt spid="5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2"/>
                                        </p:tgtEl>
                                        <p:attrNameLst>
                                          <p:attrName>style.visibility</p:attrName>
                                        </p:attrNameLst>
                                      </p:cBhvr>
                                      <p:to>
                                        <p:strVal val="visible"/>
                                      </p:to>
                                    </p:set>
                                    <p:animEffect filter="fade" transition="in">
                                      <p:cBhvr>
                                        <p:cTn dur="1000"/>
                                        <p:tgtEl>
                                          <p:spTgt spid="5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
                                        </p:tgtEl>
                                        <p:attrNameLst>
                                          <p:attrName>style.visibility</p:attrName>
                                        </p:attrNameLst>
                                      </p:cBhvr>
                                      <p:to>
                                        <p:strVal val="visible"/>
                                      </p:to>
                                    </p:set>
                                    <p:animEffect filter="fade" transition="in">
                                      <p:cBhvr>
                                        <p:cTn dur="1000"/>
                                        <p:tgtEl>
                                          <p:spTgt spid="5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509" name="Shape 509"/>
        <p:cNvGrpSpPr/>
        <p:nvPr/>
      </p:nvGrpSpPr>
      <p:grpSpPr>
        <a:xfrm>
          <a:off x="0" y="0"/>
          <a:ext cx="0" cy="0"/>
          <a:chOff x="0" y="0"/>
          <a:chExt cx="0" cy="0"/>
        </a:xfrm>
      </p:grpSpPr>
      <p:pic>
        <p:nvPicPr>
          <p:cNvPr id="510" name="Google Shape;510;p61"/>
          <p:cNvPicPr preferRelativeResize="0"/>
          <p:nvPr/>
        </p:nvPicPr>
        <p:blipFill rotWithShape="1">
          <a:blip r:embed="rId3">
            <a:alphaModFix/>
          </a:blip>
          <a:srcRect b="0" l="0" r="0" t="0"/>
          <a:stretch/>
        </p:blipFill>
        <p:spPr>
          <a:xfrm>
            <a:off x="16302800" y="9535099"/>
            <a:ext cx="1528003" cy="294700"/>
          </a:xfrm>
          <a:prstGeom prst="rect">
            <a:avLst/>
          </a:prstGeom>
          <a:noFill/>
          <a:ln>
            <a:noFill/>
          </a:ln>
        </p:spPr>
      </p:pic>
      <p:sp>
        <p:nvSpPr>
          <p:cNvPr id="511" name="Google Shape;511;p61"/>
          <p:cNvSpPr/>
          <p:nvPr/>
        </p:nvSpPr>
        <p:spPr>
          <a:xfrm>
            <a:off x="17332200" y="457200"/>
            <a:ext cx="498600" cy="498600"/>
          </a:xfrm>
          <a:prstGeom prst="ellipse">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solidFill>
                <a:srgbClr val="EBEBEB"/>
              </a:solidFill>
            </a:endParaRPr>
          </a:p>
        </p:txBody>
      </p:sp>
      <p:sp>
        <p:nvSpPr>
          <p:cNvPr id="512" name="Google Shape;512;p61"/>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sp>
        <p:nvSpPr>
          <p:cNvPr id="513" name="Google Shape;513;p61"/>
          <p:cNvSpPr txBox="1"/>
          <p:nvPr/>
        </p:nvSpPr>
        <p:spPr>
          <a:xfrm>
            <a:off x="240150" y="0"/>
            <a:ext cx="10599600" cy="29886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7000">
                <a:solidFill>
                  <a:schemeClr val="dk1"/>
                </a:solidFill>
                <a:latin typeface="Inter Medium"/>
                <a:ea typeface="Inter Medium"/>
                <a:cs typeface="Inter Medium"/>
                <a:sym typeface="Inter Medium"/>
              </a:rPr>
              <a:t>Уникально в идее</a:t>
            </a:r>
            <a:endParaRPr sz="7000">
              <a:solidFill>
                <a:schemeClr val="dk1"/>
              </a:solidFill>
              <a:latin typeface="Inter Medium"/>
              <a:ea typeface="Inter Medium"/>
              <a:cs typeface="Inter Medium"/>
              <a:sym typeface="Inter Medium"/>
            </a:endParaRPr>
          </a:p>
        </p:txBody>
      </p:sp>
      <p:pic>
        <p:nvPicPr>
          <p:cNvPr id="514" name="Google Shape;514;p61" title="Run Like a Girl - Commercial">
            <a:hlinkClick r:id="rId4"/>
          </p:cNvPr>
          <p:cNvPicPr preferRelativeResize="0"/>
          <p:nvPr/>
        </p:nvPicPr>
        <p:blipFill>
          <a:blip r:embed="rId5">
            <a:alphaModFix/>
          </a:blip>
          <a:stretch>
            <a:fillRect/>
          </a:stretch>
        </p:blipFill>
        <p:spPr>
          <a:xfrm>
            <a:off x="457200" y="1948900"/>
            <a:ext cx="2411225" cy="1356325"/>
          </a:xfrm>
          <a:prstGeom prst="rect">
            <a:avLst/>
          </a:prstGeom>
          <a:noFill/>
          <a:ln>
            <a:noFill/>
          </a:ln>
        </p:spPr>
      </p:pic>
      <p:pic>
        <p:nvPicPr>
          <p:cNvPr descr="This idea is one that's build from a powerful insight and super relevant to the audience. Just love how it could potentially save them from serious health issues. But it begs the question, shouldn't then all rubbish bins be yellow? &#10;&#10;Really love this work, well done, Dulux Indonesia!" id="515" name="Google Shape;515;p61" title="Yellow Canteen (case study) - Dulux">
            <a:hlinkClick r:id="rId6"/>
          </p:cNvPr>
          <p:cNvPicPr preferRelativeResize="0"/>
          <p:nvPr/>
        </p:nvPicPr>
        <p:blipFill>
          <a:blip r:embed="rId7">
            <a:alphaModFix/>
          </a:blip>
          <a:stretch>
            <a:fillRect/>
          </a:stretch>
        </p:blipFill>
        <p:spPr>
          <a:xfrm>
            <a:off x="3196425" y="1948900"/>
            <a:ext cx="2411245" cy="1356325"/>
          </a:xfrm>
          <a:prstGeom prst="rect">
            <a:avLst/>
          </a:prstGeom>
          <a:noFill/>
          <a:ln>
            <a:noFill/>
          </a:ln>
        </p:spPr>
      </p:pic>
      <p:pic>
        <p:nvPicPr>
          <p:cNvPr descr="If you're haunted by a llama, all you need is:&#10;https://www.boschwiperblades.com/llama&#10;&#10;In case you’re worried about the llama – even though it’s super evil: &#10;This film was produced in compliance with the applicable animal welfare regulations.&#10; &#10;#llamadrama&#10;&#10;Facebook: https://www.facebook.com/BoschGlobal&#10;Twitter: https://www.twitter.com/BoschGlobal&#10;LinkedIn: https://www.linkedin.com/company/bosch" id="516" name="Google Shape;516;p61" title="The llama drama">
            <a:hlinkClick r:id="rId8"/>
          </p:cNvPr>
          <p:cNvPicPr preferRelativeResize="0"/>
          <p:nvPr/>
        </p:nvPicPr>
        <p:blipFill>
          <a:blip r:embed="rId9">
            <a:alphaModFix/>
          </a:blip>
          <a:stretch>
            <a:fillRect/>
          </a:stretch>
        </p:blipFill>
        <p:spPr>
          <a:xfrm>
            <a:off x="5935675" y="1948900"/>
            <a:ext cx="2411245" cy="1356325"/>
          </a:xfrm>
          <a:prstGeom prst="rect">
            <a:avLst/>
          </a:prstGeom>
          <a:noFill/>
          <a:ln>
            <a:noFill/>
          </a:ln>
        </p:spPr>
      </p:pic>
      <p:pic>
        <p:nvPicPr>
          <p:cNvPr descr="Museum for the United Nations – UN Live and Spotify joined forces in &quot;Sounds Right&quot; to elevate natural soundscapes as credited musical compositions and drive conservation funding. By officially naming “NATURE” as an artist on major streaming platforms, the campaign redefined streaming habits: listening to birdsong, waves, or rainforest ambiance became a way to support biodiversity. Every play of tracks featuring NATURE—whether standalone nature recordings or songs by global musicians tagged “feat. NATURE”—generated royalties earmarked for conservation initiatives managed by EarthPercent and guided by a UN-backed Expert Advisory Panel. This innovative approach repurposed passive listening into active ecological support.&#10;&#10;The campaign launched on Earth Day across Spotify and other streaming services, with a curated “Feat. NATURE” playlist featuring collaborations from artists including Brian Eno and David Bowie, Ellie Goulding, AURORA, and Indian pop star Armaan Malik. Spotify bolstered the effort through homepage takeovers, in‑app promotions, social amplification, and offline advertising. From New York to Miami, London to Indonesia, the initiative sparked global awareness by blending Earth Day messaging with music‑driven engagement. Fast Company dubbed nature's official artist role “music you can feel good about,” and projections estimated 600 million streams could raise over $40 million for conservation within four years.&#10;&#10;Built for longevity, Sounds Right created a bespoke digital hub, strong visual branding by AKQA, and a network of multi‑sector partners—from acoustic ecologists and recordists to environmental NGOs and indigenous representatives. Major funding milestones included a $225 000 grant to conservation projects in Colombia’s Tropical Andes at COP16, sourced entirely from streaming royalties. By converting everyday listening into tangible impact, &quot;Sounds Right&quot; demonstrated that artful innovation can reshape how culture, commerce, and conservation coexist in the AI and streaming era.&#10;&#10;AWARDS &#10;Cannes Lions 2025 &#10;- Innovation Grand Prix &#10;https://www.llllitl.fr/2025/06/cannes-lions-2025-grand-prix/&#10;&#10;CREDITS&#10;Brand: Museum for the United Nations and UN Live (Copenhagen). &#10;Creative Agency &amp; Strategy Partner: AKQA (Global).&#10;Platform partner: Spotify (in-app promotion, homepage activation, charitable support).&#10;Production &amp; digital experience: AKQA.&#10;Visual identity &amp; branding: AKQA.&#10;Streaming platform implementation: Spotify &amp; partner platforms.&#10;Curated “Feat. NATURE” playlist: Spotify editorial team.&#10;Nature recordings: The Listening Planet; VozTerra.&#10;Partner artists &amp; collaborations: David Bowie x Brian Eno; Ellie Goulding; AURORA; Armaan Malik; SYML; Steve Angello; Raveena; London Grammar; Bomba Estéreo; others.&#10;Charitable fund management: EarthPercent (Brian Eno-founded).&#10;Expert Advisory Panel: Kavita Prakash‑Mani; Mindahi Bastida; Dr. Shivani Bhalla; David Emmett; Prof. Julia P. G. Jones.&#10;Conservation projects funded: Reserva Natural La Planada; Fundación Proyecto Tití; FundaExpresion; Jacana Jacana.&#10;Campaign leadership: Gabriel Smales, Global Programme Director, Sounds Right (UN Live); Melissa Fleming, UN Under‑Secretary‑General; Katja Iversen, CEO UN Live.&#10;Strategic research &amp; impact: UN Department for Communications; Rare; Dalberg; Count Us In; Hempel Foundation; VozTerra; Music Declares Emergency; Earthrise; Biophonica; Community Arts Network; Limbo Music; The Listening Planet; others.&#10;Media &amp; PR outreach: Spotify channels; LD Communications; No. 29 Communications; global OOH, print &amp; social media." id="517" name="Google Shape;517;p61" title="Museum for the United Nations &amp; Spotify - Sounds Right (case study)">
            <a:hlinkClick r:id="rId10"/>
          </p:cNvPr>
          <p:cNvPicPr preferRelativeResize="0"/>
          <p:nvPr/>
        </p:nvPicPr>
        <p:blipFill>
          <a:blip r:embed="rId11">
            <a:alphaModFix/>
          </a:blip>
          <a:stretch>
            <a:fillRect/>
          </a:stretch>
        </p:blipFill>
        <p:spPr>
          <a:xfrm>
            <a:off x="8674925" y="1948900"/>
            <a:ext cx="2411245" cy="1356325"/>
          </a:xfrm>
          <a:prstGeom prst="rect">
            <a:avLst/>
          </a:prstGeom>
          <a:noFill/>
          <a:ln>
            <a:noFill/>
          </a:ln>
        </p:spPr>
      </p:pic>
      <p:pic>
        <p:nvPicPr>
          <p:cNvPr descr="Widerøe. All over Norway. All the time. New commercial by McCann Oslo, produced by 4 1/2 and director Marius Holst. The song is Youth, by the band Daughter." id="518" name="Google Shape;518;p61" title="Wideroe - Grandpa's magic trick - english version">
            <a:hlinkClick r:id="rId12"/>
          </p:cNvPr>
          <p:cNvPicPr preferRelativeResize="0"/>
          <p:nvPr/>
        </p:nvPicPr>
        <p:blipFill>
          <a:blip r:embed="rId13">
            <a:alphaModFix/>
          </a:blip>
          <a:stretch>
            <a:fillRect/>
          </a:stretch>
        </p:blipFill>
        <p:spPr>
          <a:xfrm>
            <a:off x="11344275" y="1948900"/>
            <a:ext cx="2411250" cy="1356325"/>
          </a:xfrm>
          <a:prstGeom prst="rect">
            <a:avLst/>
          </a:prstGeom>
          <a:noFill/>
          <a:ln>
            <a:noFill/>
          </a:ln>
        </p:spPr>
      </p:pic>
      <p:pic>
        <p:nvPicPr>
          <p:cNvPr id="519" name="Google Shape;519;p61" title="Screenshot 2025-10-10 at 18.53.35.png">
            <a:hlinkClick r:id="rId14"/>
          </p:cNvPr>
          <p:cNvPicPr preferRelativeResize="0"/>
          <p:nvPr/>
        </p:nvPicPr>
        <p:blipFill rotWithShape="1">
          <a:blip r:embed="rId15">
            <a:alphaModFix/>
          </a:blip>
          <a:srcRect b="11492" l="0" r="0" t="13742"/>
          <a:stretch/>
        </p:blipFill>
        <p:spPr>
          <a:xfrm>
            <a:off x="14013625" y="1883650"/>
            <a:ext cx="2411224" cy="1356325"/>
          </a:xfrm>
          <a:prstGeom prst="rect">
            <a:avLst/>
          </a:prstGeom>
          <a:noFill/>
          <a:ln>
            <a:noFill/>
          </a:ln>
        </p:spPr>
      </p:pic>
      <p:pic>
        <p:nvPicPr>
          <p:cNvPr descr="За эту роль девчонки получили приз на фестивале рекламы в 20005 году : &quot;ЛУЧШИЙ ЖЕНСКИЙ ОБРАЗ ГОДА&quot;" id="520" name="Google Shape;520;p61" title="Виктория Герасимова реклама ДИРОЛ">
            <a:hlinkClick r:id="rId16"/>
          </p:cNvPr>
          <p:cNvPicPr preferRelativeResize="0"/>
          <p:nvPr/>
        </p:nvPicPr>
        <p:blipFill>
          <a:blip r:embed="rId17">
            <a:alphaModFix/>
          </a:blip>
          <a:stretch>
            <a:fillRect/>
          </a:stretch>
        </p:blipFill>
        <p:spPr>
          <a:xfrm>
            <a:off x="457188" y="3481400"/>
            <a:ext cx="2411245" cy="1356325"/>
          </a:xfrm>
          <a:prstGeom prst="rect">
            <a:avLst/>
          </a:prstGeom>
          <a:noFill/>
          <a:ln>
            <a:noFill/>
          </a:ln>
        </p:spPr>
      </p:pic>
      <p:pic>
        <p:nvPicPr>
          <p:cNvPr descr="Introducing Ralph, the spokes-bunny of Humane Society International’s global campaign to ban animal testing for cosmetics. #SaveRalph is a powerful stop-motion animation short film featuring an all-star multinational cast including Taika Waititi, Ricky Gervais, Zac Efron, Olivia Munn, Pom Klementieff, Tricia Helfer and more. https://www.hsi.org/saveralphmovie/&#10;&#10;SAVE RALPH is a powerful stop-motion animation short film featuring Oscar winner Taika Waititi as the voice of Ralph, who is being interviewed for a documentary as he goes through his daily routine as a “tester” in a lab. HSI’s #SaveRalph campaign tackles the cruelty of animal testing in an original and unexpected way—using the story of one bunny to shine a light on the plight of countless rabbits and other animals in laboratories around the world. &#10;&#10;While Ralph is animated, the miseries he endures in the short film are far from made up. As Spencer Susser, the director of Save Ralph, says, “It's so important that Ralph feels real because he represents countless real animals who suffer every day.” &#10;&#10;Susser, known for his film Hesher, is among a slate of powerhouse celebrities and influencers who collaborated with Humane Society International on the making of Save Ralph. In addition to Waititi as Ralph and Gervais as the interviewer, the film has Zac Efron as Bobby, Olivia Munn as Marshmallow, Pom Klementieff as Cinnamon and Tricia Helfer as Cottonballs. &#10;&#10;Producer Jeff Vespa (Voices of Parkland) teamed up with the Arch Model studio of puppet maker supreme Andy Gent (Isle of Dogs, The Grand Budapest Hotel) and Executive Producers Donna Gadomski, Troy Seidle and Peter Kline on the production. &#10;&#10;Since its April 2021 premiere, Save Ralph has raised global awareness of the cruelty of cosmetic animal testing and motivated millions of people around the world to sign HSI’s petition to ban this unnecessary practice. As a result, the film helped propel Mexico, Brazil and Canada to ban cosmetic animal testing and is helping advance legislation in several countries that make up the world’s most influential beauty markets.&#10;&#10;As a result, the film helped propel Mexico, Brazil, Canada and Chile to ban cosmetic animal testing and is helping advance legislation in several countries that make up the world’s most influential beauty markets.&#10;&#10;https://hsi.org/saveralph" id="521" name="Google Shape;521;p61" title="Save Ralph - A short film with Taika Waititi">
            <a:hlinkClick r:id="rId18"/>
          </p:cNvPr>
          <p:cNvPicPr preferRelativeResize="0"/>
          <p:nvPr/>
        </p:nvPicPr>
        <p:blipFill>
          <a:blip r:embed="rId19">
            <a:alphaModFix/>
          </a:blip>
          <a:stretch>
            <a:fillRect/>
          </a:stretch>
        </p:blipFill>
        <p:spPr>
          <a:xfrm>
            <a:off x="3196425" y="3481400"/>
            <a:ext cx="2411250" cy="1356325"/>
          </a:xfrm>
          <a:prstGeom prst="rect">
            <a:avLst/>
          </a:prstGeom>
          <a:noFill/>
          <a:ln>
            <a:noFill/>
          </a:ln>
        </p:spPr>
      </p:pic>
      <p:pic>
        <p:nvPicPr>
          <p:cNvPr descr="CANNES LIONS 2022: &#10;&#10;Gold Lion - Print &amp; Publishing/Food &amp; Drink&#10;Gold Lion - Outdoor/Food &amp; Drink&#10;Silver Lion - Industry Craft/Outdoor&#10;Bronze Lion - Outdoor/Food &amp; Drink" id="522" name="Google Shape;522;p61" title="Pepsi, Better with Pepsi, Alma DDB USA">
            <a:hlinkClick r:id="rId20"/>
          </p:cNvPr>
          <p:cNvPicPr preferRelativeResize="0"/>
          <p:nvPr/>
        </p:nvPicPr>
        <p:blipFill>
          <a:blip r:embed="rId21">
            <a:alphaModFix/>
          </a:blip>
          <a:stretch>
            <a:fillRect/>
          </a:stretch>
        </p:blipFill>
        <p:spPr>
          <a:xfrm>
            <a:off x="5935675" y="3481400"/>
            <a:ext cx="2411245" cy="1356325"/>
          </a:xfrm>
          <a:prstGeom prst="rect">
            <a:avLst/>
          </a:prstGeom>
          <a:noFill/>
          <a:ln>
            <a:noFill/>
          </a:ln>
        </p:spPr>
      </p:pic>
      <p:pic>
        <p:nvPicPr>
          <p:cNvPr descr="Argentina's fervent passion for football reached new heights as Lionel Messi, after enduring numerous lost finals over 36 years, finally clinched the World Cup victory. Breaking a spell that had loomed over the nation for more than three decades, Argentina erupted in unprecedented jubilation. Amidst the euphoria, one question consumed the minds of the people: When would the coveted trophy arrive in the country, igniting nationwide celebrations?&#10;&#10;STRATEGY&#10;Amidst a frenzy of brands vying for relevance amidst the national team's success, we honed in on the prevailing anxiety among Argentinians. Detecting a surge in interest regarding the World Cup's arrival following Argentina's championship victory, we opted out of costly media strategies. Instead, we leveraged our own platform to directly engage with over half of the country's population, capitalizing on the collective anticipation and excitement.&#10;&#10;IDEA&#10;Amidst the euphoria of Argentina's World Cup victory, PedidosYa orchestrated a clever stunt by sending a &quot;fake&quot; delivery notification to half of the country's population. The message, stating &quot;Your order is on the way,&quot; sparked panic among millions, fearing a hacking or scam. However, upon opening the notification, their distress swiftly turned to delight. Instead of leading to a typical order tracking map, it directed users to real-time data tracking the flight carrying the champions and the World Cup Trophy from Qatar to Argentina. Through their phones, users could now follow the journey of their heroes and the coveted trophy as it made its way to Argentinian soil.&#10;&#10;EXECUTION&#10;Following Argentina's historic World Cup victory, we swiftly sprung into action. Utilizing a no-code system coupled with AI technology, we seamlessly integrated Google Maps and Flight Aware APIs into the PedidosYa ecosystem. This innovative approach allowed us to track the flight carrying the champions and the World Cup Trophy in real-time. As the airplane departed from Qatar, all PedidosYa users received a notification on their phones, stating &quot;Your order is on the way.&quot; Upon opening the notification, users were directed to the PedidosYa app, where they could visually track the journey of the World Cup trophy alongside the players, replacing the usual order tracking with a captivating real-time experience.&#10;&#10;RESULTS &#10;Over the course of the 30+ hour journey to deliver the World Cup from Qatar to Argentina, PedidosYa effectively captured the nation's attention, achieving unparalleled brand visibility. As Argentina's national team and Messi basked in their greatest glory, PedidosYa surpassed them both in mentions, emerging as the #1 trending topic. With a reach exceeding 25 million, reaching over half the country's population, PedidosYa's campaign became the most viral World Cup brand action, achieved entirely without any investment in media.&#10;&#10;AWARDS&#10;Cannes Lions 2023 &#10;- Mobile Grand Prix &#10;- 2 Gold, 1 Bronze in Brand Experience &amp; Activation&#10;- 1 Gold, 1 Bronze in Media &#10;- 1 Gold in Social &amp; Influencer &#10;- 1 Silver in Creative Data &#10;- 1 Silver in Direct &#10;&#10;CREDITS &#10;Brand: PedidosYa. &#10;Advertising Agency: GUT, Buenos Aires (Argentina). &#10;Digital Agency: Lanzallamas. &#10;Production Agency: Paisanos.io. &#10;&#10;GUT &#10;Founder &amp; Chairman: Gastón Bigio.&#10;Founder &amp; Chairman: Anselmo Ramos.&#10;CCO &amp; Partner: Joaquín Cubría.&#10;Executive Creative Director: Juan Pablo Lufrano.&#10;ECD &amp; Partner: Ramiro Rodriguez Gamallo.&#10;ECD &amp; Partner: Matías Lafalla.&#10;Creative Director: Nicolás Feldman.&#10;Creative Director: Marcha Bellusci.&#10;Head of Digital &amp; Social: Gori Nastasi.&#10;Account Director: Macarena Calvis.&#10;Head of Design: Rosario Muñoz López.&#10;Designer: Carolina Vázquez García.&#10;Head of Production: Florencia Albizzati.&#10;Film Case Producer: Mora Kexel.&#10;Chief Strategy Officer: Javier Quintero.&#10;Strategist: Francisca Balbiani.&#10;Social Strategy Lead: Ignacio Rocca.&#10;Motion Grapher: Cristian Rossi.&#10;Creative Manager: Paula Akel.&#10;&#10;Pedidos Ya&#10;Client Representative: Santiago Minorini Lima (Pedidos Ya).&#10;Client Representative: Maru Prieto (Pedidos Ya).&#10;Client Representative: Cintia Skako (Pedidos Ya).&#10;Client Representative: Matías Tulian (Pedidos Ya).&#10;&#10;Video copyright: Cannes Lions (canneslions.com) and The Work (lovethework.com)." id="523" name="Google Shape;523;p61" title="PedidosYa - World Cup Delivery (case study)">
            <a:hlinkClick r:id="rId22"/>
          </p:cNvPr>
          <p:cNvPicPr preferRelativeResize="0"/>
          <p:nvPr/>
        </p:nvPicPr>
        <p:blipFill>
          <a:blip r:embed="rId23">
            <a:alphaModFix/>
          </a:blip>
          <a:stretch>
            <a:fillRect/>
          </a:stretch>
        </p:blipFill>
        <p:spPr>
          <a:xfrm>
            <a:off x="8674925" y="3481400"/>
            <a:ext cx="2411245" cy="1356325"/>
          </a:xfrm>
          <a:prstGeom prst="rect">
            <a:avLst/>
          </a:prstGeom>
          <a:noFill/>
          <a:ln>
            <a:noFill/>
          </a:ln>
        </p:spPr>
      </p:pic>
      <p:pic>
        <p:nvPicPr>
          <p:cNvPr descr="Brands pay millions to get soccer’s biggest players to endorse them. But Burger King realized that they didn’t need to do that. A year ago, they found Stevenage F.C.  — a team at the bottom of English football’s lowest league — became their sponsors. Because they knew that if their logo was on their jerseys, their logo was going to appear in the biggest soccer videogame in the world: FIFA 20.&#10; &#10;Alongside DAVID Miami and Madrid, Burger King launched the Stevenage Challenge, where they invited gamers to sign the best players to the Stevenage team, score goals with them, and win free food from BK. Not only did they receive tens of thousands of UCG content with Cristiano Ronaldo, Messi, and Neymar wearing the Burger King logo (without having to pay them a penny), they turned a small team in real life into the biggest team online.&#10;&#10;&quot;Stevenage Challenge&quot; won five Gold Pencils at The One Show 2020." id="524" name="Google Shape;524;p61" title="&quot;Stevenage Challenge&quot; by DAVID The Agency for Burger King | The One Show 2020">
            <a:hlinkClick r:id="rId24"/>
          </p:cNvPr>
          <p:cNvPicPr preferRelativeResize="0"/>
          <p:nvPr/>
        </p:nvPicPr>
        <p:blipFill>
          <a:blip r:embed="rId25">
            <a:alphaModFix/>
          </a:blip>
          <a:stretch>
            <a:fillRect/>
          </a:stretch>
        </p:blipFill>
        <p:spPr>
          <a:xfrm>
            <a:off x="11344275" y="3481400"/>
            <a:ext cx="2411245" cy="1356325"/>
          </a:xfrm>
          <a:prstGeom prst="rect">
            <a:avLst/>
          </a:prstGeom>
          <a:noFill/>
          <a:ln>
            <a:noFill/>
          </a:ln>
        </p:spPr>
      </p:pic>
      <p:pic>
        <p:nvPicPr>
          <p:cNvPr descr="Bronze lion" id="525" name="Google Shape;525;p61" title="OMO dirt is good">
            <a:hlinkClick r:id="rId26"/>
          </p:cNvPr>
          <p:cNvPicPr preferRelativeResize="0"/>
          <p:nvPr/>
        </p:nvPicPr>
        <p:blipFill>
          <a:blip r:embed="rId27">
            <a:alphaModFix/>
          </a:blip>
          <a:stretch>
            <a:fillRect/>
          </a:stretch>
        </p:blipFill>
        <p:spPr>
          <a:xfrm>
            <a:off x="14013625" y="3481400"/>
            <a:ext cx="2411261" cy="1356325"/>
          </a:xfrm>
          <a:prstGeom prst="rect">
            <a:avLst/>
          </a:prstGeom>
          <a:noFill/>
          <a:ln>
            <a:noFill/>
          </a:ln>
        </p:spPr>
      </p:pic>
      <p:pic>
        <p:nvPicPr>
          <p:cNvPr descr="At SickKids, we’re not on the sidelines, we’re on the front line. Taking the fight to the greatest challenges in child health. And we are winning.&#10;http://www.fundthefight.ca" id="526" name="Google Shape;526;p61" title="SickKids VS: Undeniable">
            <a:hlinkClick r:id="rId28"/>
          </p:cNvPr>
          <p:cNvPicPr preferRelativeResize="0"/>
          <p:nvPr/>
        </p:nvPicPr>
        <p:blipFill>
          <a:blip r:embed="rId29">
            <a:alphaModFix/>
          </a:blip>
          <a:stretch>
            <a:fillRect/>
          </a:stretch>
        </p:blipFill>
        <p:spPr>
          <a:xfrm>
            <a:off x="457188" y="5013900"/>
            <a:ext cx="2411245" cy="13563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5"/>
                                        </p:tgtEl>
                                        <p:attrNameLst>
                                          <p:attrName>style.visibility</p:attrName>
                                        </p:attrNameLst>
                                      </p:cBhvr>
                                      <p:to>
                                        <p:strVal val="visible"/>
                                      </p:to>
                                    </p:set>
                                    <p:animEffect filter="fade" transition="in">
                                      <p:cBhvr>
                                        <p:cTn dur="1000"/>
                                        <p:tgtEl>
                                          <p:spTgt spid="5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6"/>
                                        </p:tgtEl>
                                        <p:attrNameLst>
                                          <p:attrName>style.visibility</p:attrName>
                                        </p:attrNameLst>
                                      </p:cBhvr>
                                      <p:to>
                                        <p:strVal val="visible"/>
                                      </p:to>
                                    </p:set>
                                    <p:animEffect filter="fade" transition="in">
                                      <p:cBhvr>
                                        <p:cTn dur="1000"/>
                                        <p:tgtEl>
                                          <p:spTgt spid="5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
                                        </p:tgtEl>
                                        <p:attrNameLst>
                                          <p:attrName>style.visibility</p:attrName>
                                        </p:attrNameLst>
                                      </p:cBhvr>
                                      <p:to>
                                        <p:strVal val="visible"/>
                                      </p:to>
                                    </p:set>
                                    <p:animEffect filter="fade" transition="in">
                                      <p:cBhvr>
                                        <p:cTn dur="1000"/>
                                        <p:tgtEl>
                                          <p:spTgt spid="5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8"/>
                                        </p:tgtEl>
                                        <p:attrNameLst>
                                          <p:attrName>style.visibility</p:attrName>
                                        </p:attrNameLst>
                                      </p:cBhvr>
                                      <p:to>
                                        <p:strVal val="visible"/>
                                      </p:to>
                                    </p:set>
                                    <p:animEffect filter="fade" transition="in">
                                      <p:cBhvr>
                                        <p:cTn dur="1000"/>
                                        <p:tgtEl>
                                          <p:spTgt spid="5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0"/>
                                        </p:tgtEl>
                                        <p:attrNameLst>
                                          <p:attrName>style.visibility</p:attrName>
                                        </p:attrNameLst>
                                      </p:cBhvr>
                                      <p:to>
                                        <p:strVal val="visible"/>
                                      </p:to>
                                    </p:set>
                                    <p:animEffect filter="fade" transition="in">
                                      <p:cBhvr>
                                        <p:cTn dur="1000"/>
                                        <p:tgtEl>
                                          <p:spTgt spid="5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1"/>
                                        </p:tgtEl>
                                        <p:attrNameLst>
                                          <p:attrName>style.visibility</p:attrName>
                                        </p:attrNameLst>
                                      </p:cBhvr>
                                      <p:to>
                                        <p:strVal val="visible"/>
                                      </p:to>
                                    </p:set>
                                    <p:animEffect filter="fade" transition="in">
                                      <p:cBhvr>
                                        <p:cTn dur="1000"/>
                                        <p:tgtEl>
                                          <p:spTgt spid="5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2"/>
                                        </p:tgtEl>
                                        <p:attrNameLst>
                                          <p:attrName>style.visibility</p:attrName>
                                        </p:attrNameLst>
                                      </p:cBhvr>
                                      <p:to>
                                        <p:strVal val="visible"/>
                                      </p:to>
                                    </p:set>
                                    <p:animEffect filter="fade" transition="in">
                                      <p:cBhvr>
                                        <p:cTn dur="1000"/>
                                        <p:tgtEl>
                                          <p:spTgt spid="5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
                                        </p:tgtEl>
                                        <p:attrNameLst>
                                          <p:attrName>style.visibility</p:attrName>
                                        </p:attrNameLst>
                                      </p:cBhvr>
                                      <p:to>
                                        <p:strVal val="visible"/>
                                      </p:to>
                                    </p:set>
                                    <p:animEffect filter="fade" transition="in">
                                      <p:cBhvr>
                                        <p:cTn dur="1000"/>
                                        <p:tgtEl>
                                          <p:spTgt spid="5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4"/>
                                        </p:tgtEl>
                                        <p:attrNameLst>
                                          <p:attrName>style.visibility</p:attrName>
                                        </p:attrNameLst>
                                      </p:cBhvr>
                                      <p:to>
                                        <p:strVal val="visible"/>
                                      </p:to>
                                    </p:set>
                                    <p:animEffect filter="fade" transition="in">
                                      <p:cBhvr>
                                        <p:cTn dur="1000"/>
                                        <p:tgtEl>
                                          <p:spTgt spid="5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gtEl>
                                        <p:attrNameLst>
                                          <p:attrName>style.visibility</p:attrName>
                                        </p:attrNameLst>
                                      </p:cBhvr>
                                      <p:to>
                                        <p:strVal val="visible"/>
                                      </p:to>
                                    </p:set>
                                    <p:animEffect filter="fade" transition="in">
                                      <p:cBhvr>
                                        <p:cTn dur="1000"/>
                                        <p:tgtEl>
                                          <p:spTgt spid="5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530" name="Shape 530"/>
        <p:cNvGrpSpPr/>
        <p:nvPr/>
      </p:nvGrpSpPr>
      <p:grpSpPr>
        <a:xfrm>
          <a:off x="0" y="0"/>
          <a:ext cx="0" cy="0"/>
          <a:chOff x="0" y="0"/>
          <a:chExt cx="0" cy="0"/>
        </a:xfrm>
      </p:grpSpPr>
      <p:pic>
        <p:nvPicPr>
          <p:cNvPr id="531" name="Google Shape;531;p62"/>
          <p:cNvPicPr preferRelativeResize="0"/>
          <p:nvPr/>
        </p:nvPicPr>
        <p:blipFill rotWithShape="1">
          <a:blip r:embed="rId3">
            <a:alphaModFix/>
          </a:blip>
          <a:srcRect b="0" l="0" r="0" t="0"/>
          <a:stretch/>
        </p:blipFill>
        <p:spPr>
          <a:xfrm>
            <a:off x="16302800" y="9535099"/>
            <a:ext cx="1528003" cy="294700"/>
          </a:xfrm>
          <a:prstGeom prst="rect">
            <a:avLst/>
          </a:prstGeom>
          <a:noFill/>
          <a:ln>
            <a:noFill/>
          </a:ln>
        </p:spPr>
      </p:pic>
      <p:sp>
        <p:nvSpPr>
          <p:cNvPr id="532" name="Google Shape;532;p62"/>
          <p:cNvSpPr/>
          <p:nvPr/>
        </p:nvSpPr>
        <p:spPr>
          <a:xfrm>
            <a:off x="17332200" y="457200"/>
            <a:ext cx="498600" cy="498600"/>
          </a:xfrm>
          <a:prstGeom prst="ellipse">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solidFill>
                <a:srgbClr val="EBEBEB"/>
              </a:solidFill>
            </a:endParaRPr>
          </a:p>
        </p:txBody>
      </p:sp>
      <p:sp>
        <p:nvSpPr>
          <p:cNvPr id="533" name="Google Shape;533;p62"/>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sp>
        <p:nvSpPr>
          <p:cNvPr id="534" name="Google Shape;534;p62"/>
          <p:cNvSpPr txBox="1"/>
          <p:nvPr/>
        </p:nvSpPr>
        <p:spPr>
          <a:xfrm>
            <a:off x="240150" y="0"/>
            <a:ext cx="10599600" cy="29886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7000">
                <a:solidFill>
                  <a:schemeClr val="dk1"/>
                </a:solidFill>
                <a:latin typeface="Inter Medium"/>
                <a:ea typeface="Inter Medium"/>
                <a:cs typeface="Inter Medium"/>
                <a:sym typeface="Inter Medium"/>
              </a:rPr>
              <a:t>Уникально в медиа формате</a:t>
            </a:r>
            <a:endParaRPr sz="7000">
              <a:solidFill>
                <a:schemeClr val="dk1"/>
              </a:solidFill>
              <a:latin typeface="Inter Medium"/>
              <a:ea typeface="Inter Medium"/>
              <a:cs typeface="Inter Medium"/>
              <a:sym typeface="Inter Medium"/>
            </a:endParaRPr>
          </a:p>
        </p:txBody>
      </p:sp>
      <p:pic>
        <p:nvPicPr>
          <p:cNvPr descr="The Whopper has more fresh ingredients and taste qualifiers than a :15 second TV commercial can handle, so we turned to someone else in the living room to finish our message, and created the first ad to ever intentionally trigger Google Homes." id="535" name="Google Shape;535;p62" title="Google Home of The Whopper I Burger King">
            <a:hlinkClick r:id="rId4"/>
          </p:cNvPr>
          <p:cNvPicPr preferRelativeResize="0"/>
          <p:nvPr/>
        </p:nvPicPr>
        <p:blipFill>
          <a:blip r:embed="rId5">
            <a:alphaModFix/>
          </a:blip>
          <a:stretch>
            <a:fillRect/>
          </a:stretch>
        </p:blipFill>
        <p:spPr>
          <a:xfrm>
            <a:off x="457200" y="2475725"/>
            <a:ext cx="2281275" cy="1283225"/>
          </a:xfrm>
          <a:prstGeom prst="rect">
            <a:avLst/>
          </a:prstGeom>
          <a:noFill/>
          <a:ln>
            <a:noFill/>
          </a:ln>
        </p:spPr>
      </p:pic>
      <p:pic>
        <p:nvPicPr>
          <p:cNvPr id="536" name="Google Shape;536;p62" title="Lacoste - Save our Species">
            <a:hlinkClick r:id="rId6"/>
          </p:cNvPr>
          <p:cNvPicPr preferRelativeResize="0"/>
          <p:nvPr/>
        </p:nvPicPr>
        <p:blipFill>
          <a:blip r:embed="rId7">
            <a:alphaModFix/>
          </a:blip>
          <a:stretch>
            <a:fillRect/>
          </a:stretch>
        </p:blipFill>
        <p:spPr>
          <a:xfrm>
            <a:off x="3009975" y="2475737"/>
            <a:ext cx="2281275" cy="1283212"/>
          </a:xfrm>
          <a:prstGeom prst="rect">
            <a:avLst/>
          </a:prstGeom>
          <a:noFill/>
          <a:ln>
            <a:noFill/>
          </a:ln>
        </p:spPr>
      </p:pic>
      <p:pic>
        <p:nvPicPr>
          <p:cNvPr id="537" name="Google Shape;537;p62" title="Mercado Libre / Handshake Hunt">
            <a:hlinkClick r:id="rId8"/>
          </p:cNvPr>
          <p:cNvPicPr preferRelativeResize="0"/>
          <p:nvPr/>
        </p:nvPicPr>
        <p:blipFill>
          <a:blip r:embed="rId9">
            <a:alphaModFix/>
          </a:blip>
          <a:stretch>
            <a:fillRect/>
          </a:stretch>
        </p:blipFill>
        <p:spPr>
          <a:xfrm>
            <a:off x="5562750" y="2475725"/>
            <a:ext cx="2281275" cy="1283217"/>
          </a:xfrm>
          <a:prstGeom prst="rect">
            <a:avLst/>
          </a:prstGeom>
          <a:noFill/>
          <a:ln>
            <a:noFill/>
          </a:ln>
        </p:spPr>
      </p:pic>
      <p:pic>
        <p:nvPicPr>
          <p:cNvPr descr="A few months ago, Madrid woke up with a question: who is Marina Prieto? That's what thousands of Spaniards asked when they came across the photos of a 100-year-old in Madrid's subway stations. Overnight, Marina's Instagram photos of her watering her plants, eating churros, or taking a nap filled the hundreds of advertising spaces in the capital. People started searching for her, discussing her on social media and even taking selfies with the photos. The question on every Spaniard's mind was: who is this lady, and how had she ended up there?&#10;&#10;We used the hundreds of unused spaces to share all of the Marina Prieto’s 54 Instagram Posts. The entire Metro was filled with her: going for a walk, sunbathing in the garden or taking a nap. Just her photos: not a single logo nor CTA inviting to follow her. We just waited. And it was such a success that within a few hours, social media was flooded with this question: Who is Marina Prieto and why is she everywhere? Then, after weeks of expectation, we revealed the big mystery at the Spanish Effie Awards. &#10;&#10;&quot;A couple of months ago, JCDecaux challenged us to use their media to show that outdoor advertising has great potential. So we set out to make someone who barely had any followers, become known throughout the country. In that search, we found the profile of Marina Prieto, a 100-year-old grandmother from Galicia whose life and stories deserved to be seen by many more people.&quot; Saulo Rocha, Chief Creative Officer of DAVID Madrid.&#10;&#10;&quot;Nowadays, anyone can become an influencer, but not everyone is capable of transmitting a substantial and inspiring message to society. We wanted to demonstrate the potential and effectiveness of outdoor media through transformative action, and when DAVID discovered Marina, it was immediately clear to us that she was a voice worth amplifying.&quot; Ricardo Pérez Valcárcel, Marketing Director at JCDecaux Spain. &#10;&#10;AWARDS &#10;Cannes Lions 2024 &#10;- Creative B2B Grand Prix&#10;- Titanium Lion &#10;- Gold in Outdoor&#10;- Silver and Bronze in Social &amp; Influencer&#10;- Bronze in Creative B2B &#10;- Shortlisted in the Dan Wieden Titanium category &#10;&#10;D&amp;AD 2024 &#10;- Silver in Media (Use of Micro-Talent &amp; Influencers) &#10;- Bronze in Digital &amp; Social (Integrated)&#10;- Bronze in Direct (Press &amp; Outdoor)&#10;&#10;One Show 2025 &#10;- Out of Home Grand Prix&#10;&#10;CREDITS &#10;Brand: JCDecaux Spain, Madrid. &#10;General Director Spain and Portugal: Carlos Barón. &#10;Marketing Director Spain: Ricardo Pérez Valcárcel.&#10;Deputy Marketing Director Spain: Yolanda García Botella.&#10;&#10;Creative Agency: DAVID Madrid. &#10;Art Director: Curro Prieto, Giulia Ferrarezi.&#10;Camera Operator: Jose Luis Aguilar.&#10;Chief Creative Officer: Saulo Rocha.&#10;Copywriter: Clara García Alfaro, Jaime Ludeña Díaz.&#10;Creative Director: Jose Sancho.&#10;Creative Producer: Amalia Cano, fernando garcía-patos.&#10;Director of Photography: Jose Luis Aguilar.&#10;Editor: Cristian Migueliz Fuente.&#10;Executive Director: Federico Calderón.&#10;Global Chief Creative Officer: Pancho Cassis.&#10;Head of Post Production: Manuel Gavilan.&#10;Head of Production: Alejandro Falduti.&#10;Post Production Manager: Miguel Mateos.&#10;Film Production: FAR.MEDIA.&#10;Music &amp; Sound Production: The Lobby.&#10;Post Production Company: deSeif.&#10;Account Executive: Jesús Merino Sánchez.&#10;Account Supervisor: Sebastian Gancarz.&#10;Brand Campaigns Coordinator: Irene Moreno de la Gándara.&#10;Chief Operating Officer: Sylvia Panico.&#10;Head of Accounts: Lucila Mengide.&#10;Managing Director: María García Herranz. &#10;PR Director: Sandra Azedo.&#10;PR Manager: Isabel Amaro.&#10;Producer: Santi Lardin." id="538" name="Google Shape;538;p62" title="JCDecaux - Meet Marina Prieto (case study)">
            <a:hlinkClick r:id="rId10"/>
          </p:cNvPr>
          <p:cNvPicPr preferRelativeResize="0"/>
          <p:nvPr/>
        </p:nvPicPr>
        <p:blipFill>
          <a:blip r:embed="rId11">
            <a:alphaModFix/>
          </a:blip>
          <a:stretch>
            <a:fillRect/>
          </a:stretch>
        </p:blipFill>
        <p:spPr>
          <a:xfrm>
            <a:off x="8115536" y="2475725"/>
            <a:ext cx="2281289" cy="1283225"/>
          </a:xfrm>
          <a:prstGeom prst="rect">
            <a:avLst/>
          </a:prstGeom>
          <a:noFill/>
          <a:ln>
            <a:noFill/>
          </a:ln>
        </p:spPr>
      </p:pic>
      <p:pic>
        <p:nvPicPr>
          <p:cNvPr descr="The New York Public Library joined forces with the independent advertising and creative agency, Mother New York, to create Insta Novels, a reimagining of Instagram Stories to provide a new platform for the world's most iconic novels." id="539" name="Google Shape;539;p62" title="The New York Public Library Insta Novels">
            <a:hlinkClick r:id="rId12"/>
          </p:cNvPr>
          <p:cNvPicPr preferRelativeResize="0"/>
          <p:nvPr/>
        </p:nvPicPr>
        <p:blipFill>
          <a:blip r:embed="rId13">
            <a:alphaModFix/>
          </a:blip>
          <a:stretch>
            <a:fillRect/>
          </a:stretch>
        </p:blipFill>
        <p:spPr>
          <a:xfrm>
            <a:off x="10668325" y="2475725"/>
            <a:ext cx="2281277" cy="1283225"/>
          </a:xfrm>
          <a:prstGeom prst="rect">
            <a:avLst/>
          </a:prstGeom>
          <a:noFill/>
          <a:ln>
            <a:noFill/>
          </a:ln>
        </p:spPr>
      </p:pic>
      <p:pic>
        <p:nvPicPr>
          <p:cNvPr descr="youmark.it -" id="540" name="Google Shape;540;p62" title="Domino's - Paving for pizza">
            <a:hlinkClick r:id="rId14"/>
          </p:cNvPr>
          <p:cNvPicPr preferRelativeResize="0"/>
          <p:nvPr/>
        </p:nvPicPr>
        <p:blipFill>
          <a:blip r:embed="rId15">
            <a:alphaModFix/>
          </a:blip>
          <a:stretch>
            <a:fillRect/>
          </a:stretch>
        </p:blipFill>
        <p:spPr>
          <a:xfrm>
            <a:off x="13221100" y="2475725"/>
            <a:ext cx="2281300" cy="1283231"/>
          </a:xfrm>
          <a:prstGeom prst="rect">
            <a:avLst/>
          </a:prstGeom>
          <a:noFill/>
          <a:ln>
            <a:noFill/>
          </a:ln>
        </p:spPr>
      </p:pic>
      <p:pic>
        <p:nvPicPr>
          <p:cNvPr descr="855-HOW-TO-QUIT-(OPIOIDS) is an innovative approach to help those struggling with opioids. It’s a helpline that turns the object of addiction into a way out, to reach out to people in the most critical moment – when they have a pill in their hand. &#10;&#10;The helpline uses the familiar opioid pill codes as phone extensions, connecting the caller with a person who managed to quit that very same pill, sharing their experiences and advice on how to quit. The initiative launched as a nationwide campaign on location and context specific OOH media, film, and social.&#10;&#10;Serviceplan Group, in collaboration with a coalition of NGOs, healthcare consultancy Anzen Health, activists, media partners, and professional photographers, has launched an innovative initiative called 855-HOW-TO-QUIT. This creative campaign aims to combat the opioid epidemic by providing a toll-free helpline that uses the imprint codes found on common opioid pills as phone extensions. This unique system allows individuals struggling with opioid addiction to connect directly with those who have successfully managed to quit, offering personalized advice and support.&#10;&#10;The initiative provides multiple ways for the public to get involved. Individuals can engage in advocacy efforts, support relevant legislation, and influence decisions that promote recovery. Additionally, people can participate through volunteering, donating, or sharing their recovery stories, which not only inspire others but also contribute to a society that celebrates and supports recovery. 855-HOW-TO-QUIT offers a beacon of hope in the battle against opioid addiction, providing a vital path to recovery for those in need.&#10;&#10;AWARDS&#10;Eurobest 2024 &#10;- Design Grand Prix &#10;&#10;Cannes Lions 2024 &#10;- Shortlisted in the Dan Wieden Titanium category &#10;- Gold and Bronze in Design &#10;- Silver in Outdoor &#10;- Bronze in Direct &#10;- Bronze in Media &#10;&#10;D&amp;AD 2024 &#10;- 2 Gold in Graphic Design (Integrated and Websites &amp; Apps) &#10;- Silver in Media (Interaction) &#10;- Bronze in Art Direction (Direct) &#10;- Bronze in Media (Direct) &#10;&#10;CREDITS&#10;Advertiser, Brand: Anzen Health, Chicago.&#10;CEO: Michel May.&#10;Developer: Oliver Thellmann.&#10;&#10;Advertising Agency: Serviceplan Germany, Munich.&#10;Global Chief Creative Officer: Alex Schill / SERVICEPLAN GROUP.&#10;Art Directors: Camille Nizet, Tanvi Phalak, Rohil Borole, Kai West Schlosser.&#10;Copywriters: Shruthi Subramanian, Javier Granados.&#10;Executive Creative Directors: Lorenz Langgartner, Franz Röppischer.&#10;Creative Director: Dennis Fritz.&#10;Junior Motion Designer: Margarita Nikolajeva.&#10;Junior Art Director: Michał Kuśmierz.&#10;Senior PR Manager: Mariia Astraukh.&#10;&#10;Media Agency: MediaPlus Germany, Munich.&#10;Global Creative Lead: Maximilian Florian Schöngen.&#10;Media Agency: MediaPlus North America, New York.&#10;CEO: Tamara Alesi.&#10;&#10;Talon:&#10;US Chief Client Officer: Enza Chiodi.&#10;&#10;We Are Those People:&#10;Founder: Erika Ball.&#10;&#10;Raw Materials:&#10;CEO: John Roescher.&#10;COO: Jennifer Allen.&#10;CCO: Pablo Marques.&#10;Creative Director: Wojciech Zalot.&#10;Lead Creative Technologist: Richard Mattka.&#10;Senior Program Manager: Joanna Kinscherff.&#10;&#10;Post Production Company: JAMM, Venice.&#10;&#10;Music/Sound Company: DaHouse Audio, Overath.&#10;Music Supervisor: Wonder Betin.&#10;Executive Producer: Cassiano Derenji.&#10;Executive Producer: Carol Masseti.&#10;Music Director: Lucas Mayer.&#10;Music Producer: Silvinho Erne.&#10;Music Producer: Rodrigo Lemos.&#10;&#10;Production Company: JOJX, Venice.&#10;Director: Oliver Würffell.&#10;Executive Producer: Jackson Morton.&#10;Executive Producer: Joe Care.&#10;Executive Producer: Pedro Aragão De Oliveira.&#10;Production Manager: Mary Katherine Wise.&#10;Office Coordinator: Karsyn Joy Reynoso.&#10;&#10;Photographers: Jeffrey Stockbridge, Tom Kubik.&#10;&#10;kimera:&#10;Type Designer: Michael Clasen.&#10;&#10;Public Relations Agency: Tulom, São Paulo.&#10;PR: Karan Novas.&#10;Public Relations Agency: Peppercomm.&#10;SVP: Melissa Vigue.&#10;Public Relations Agency: Persuasion Communications.&#10;Founder: Jane Austin.&#10;&#10;Freelancers / Other:&#10;3D Artist: Roman Tikhonov.&#10;Post-production: János Kiss.&#10;Copy Editor: Quentin Lichtblau.&#10;Copywriter: Taro Taniwaki.&#10;Gaffer: Michael Cruz.&#10;1st AD: Christopher Berger.&#10;1st AC: Josh Borgoni.&#10;Production Designer: Michael Westerman.&#10;Key Grip: Evan Davies.&#10;Sound: Jim Castroo.&#10;Casting Director: Gabrielle Schary.&#10;Casting Associate: Wade Hendrickson.&#10;Line Producer: Leanne Amos.&#10;Production Supervisor: Elisabeth Compton.&#10;Asst. Production Supervisor: Daphne Gomez.&#10;Asst. Production Supervisor SF: Maddy Graves.&#10;Location Scout: David Weber.&#10;Location Manager: Christian Powell.&#10;Production Assistant: Seanna Lanagan.&#10;Production Assistant: Andrew Dirk." id="541" name="Google Shape;541;p62" title="Anzen Health - 855-How-To-Quit-(Opioids) (case study)">
            <a:hlinkClick r:id="rId16"/>
          </p:cNvPr>
          <p:cNvPicPr preferRelativeResize="0"/>
          <p:nvPr/>
        </p:nvPicPr>
        <p:blipFill>
          <a:blip r:embed="rId17">
            <a:alphaModFix/>
          </a:blip>
          <a:stretch>
            <a:fillRect/>
          </a:stretch>
        </p:blipFill>
        <p:spPr>
          <a:xfrm>
            <a:off x="457203" y="3947850"/>
            <a:ext cx="2281275" cy="1283221"/>
          </a:xfrm>
          <a:prstGeom prst="rect">
            <a:avLst/>
          </a:prstGeom>
          <a:noFill/>
          <a:ln>
            <a:noFill/>
          </a:ln>
        </p:spPr>
      </p:pic>
      <p:pic>
        <p:nvPicPr>
          <p:cNvPr descr="DAVID BOWIE IS HERE&#10;SPOTIFY&#10;SPOTIFY, New York" id="542" name="Google Shape;542;p62" title="SPOTIFY - DAVID BOWIE IS HERE - CANNES LIONS 2018 (Cade Study)">
            <a:hlinkClick r:id="rId18"/>
          </p:cNvPr>
          <p:cNvPicPr preferRelativeResize="0"/>
          <p:nvPr/>
        </p:nvPicPr>
        <p:blipFill>
          <a:blip r:embed="rId19">
            <a:alphaModFix/>
          </a:blip>
          <a:stretch>
            <a:fillRect/>
          </a:stretch>
        </p:blipFill>
        <p:spPr>
          <a:xfrm>
            <a:off x="3009950" y="3911350"/>
            <a:ext cx="2281300" cy="1283221"/>
          </a:xfrm>
          <a:prstGeom prst="rect">
            <a:avLst/>
          </a:prstGeom>
          <a:noFill/>
          <a:ln>
            <a:noFill/>
          </a:ln>
        </p:spPr>
      </p:pic>
      <p:pic>
        <p:nvPicPr>
          <p:cNvPr descr="Could you have unstuck it?&#10;&#10;When Selleys hit the streets of Sydney, the crowd was challenged to take home epic prizes – but every single one was glued to a billboard with Selleys Liquid Nails Extreme Grab. With Selleys Liquid Nails Extreme Grab that has an initial grab of up to 400kg/m², nothing could be pulled free.&#10;&#10;The crowd laughed, cheered and tried everything – but the adhesive never let go. That’s strength you can trust. IF IT'S SELLEYS IT WORKS.&#10;&#10;👉 Find out more about Selleys Liquid Nails Extreme Grab: https://www.selleys.com.au/products/glues-and-adhesives/construction-adhesives/liquid-nails-extreme-grab/&#10;&#10;#IfItsSelleysItWorks #SelleysLiquidNails #SelleysLiquidNailsExtremeGrab #Selleys&#10;&#10;https://www.selleys.com.au | Get more help at the Selleys website. IF IT'S SELLEYS IT WORKS." id="543" name="Google Shape;543;p62" title="If You Can Take It, It’s Yours | Selleys Liquid Nails Extreme Grab">
            <a:hlinkClick r:id="rId20"/>
          </p:cNvPr>
          <p:cNvPicPr preferRelativeResize="0"/>
          <p:nvPr/>
        </p:nvPicPr>
        <p:blipFill>
          <a:blip r:embed="rId21">
            <a:alphaModFix/>
          </a:blip>
          <a:stretch>
            <a:fillRect/>
          </a:stretch>
        </p:blipFill>
        <p:spPr>
          <a:xfrm>
            <a:off x="5562725" y="3947850"/>
            <a:ext cx="2281277" cy="1283225"/>
          </a:xfrm>
          <a:prstGeom prst="rect">
            <a:avLst/>
          </a:prstGeom>
          <a:noFill/>
          <a:ln>
            <a:noFill/>
          </a:ln>
        </p:spPr>
      </p:pic>
      <p:pic>
        <p:nvPicPr>
          <p:cNvPr id="544" name="Google Shape;544;p62" title="THE SWEDISH NUMBER case study">
            <a:hlinkClick r:id="rId22"/>
          </p:cNvPr>
          <p:cNvPicPr preferRelativeResize="0"/>
          <p:nvPr/>
        </p:nvPicPr>
        <p:blipFill>
          <a:blip r:embed="rId23">
            <a:alphaModFix/>
          </a:blip>
          <a:stretch>
            <a:fillRect/>
          </a:stretch>
        </p:blipFill>
        <p:spPr>
          <a:xfrm>
            <a:off x="8115475" y="3911350"/>
            <a:ext cx="2281279" cy="1283225"/>
          </a:xfrm>
          <a:prstGeom prst="rect">
            <a:avLst/>
          </a:prstGeom>
          <a:noFill/>
          <a:ln>
            <a:noFill/>
          </a:ln>
        </p:spPr>
      </p:pic>
      <p:pic>
        <p:nvPicPr>
          <p:cNvPr descr="Credits&#10;Title: &quot;The Co-Worker&quot;&#10;Product: IKEA&#10;Advertiser: IKEA&#10;Creative Agency : Mother&#10;Production: The Gang&#10;Edit and Post Production: The Berry&#10;PR agency: Weber Shandwick&#10;CCO / Partner: Felix Richter&#10;ECD: Nick Hallbery&#10;Creative Director: Oli Rimoldi &amp; Anthony Montagne&#10;Creatives: Ivan Montebello / Jake Haynes / Sophie Mulloy&#10;Creative Technology Director: Rick Smith&#10;Producer: Oli Kozlik&#10;Production Director: Ben Waters&#10;Strategy Director: Imogen Carter&#10;Strategist: Vee Lockey&#10;Business Lead: Sophie Marr&#10;Business Lead: Matthew Taylor&#10;Mother: Kat McCabe&#10;Director : Myles McAuliffe&#10;Animation: Thomas Malins" id="545" name="Google Shape;545;p62" title="Ikea Mother London &quot;The Co Worker&quot;">
            <a:hlinkClick r:id="rId24"/>
          </p:cNvPr>
          <p:cNvPicPr preferRelativeResize="0"/>
          <p:nvPr/>
        </p:nvPicPr>
        <p:blipFill>
          <a:blip r:embed="rId25">
            <a:alphaModFix/>
          </a:blip>
          <a:stretch>
            <a:fillRect/>
          </a:stretch>
        </p:blipFill>
        <p:spPr>
          <a:xfrm>
            <a:off x="10668225" y="3911349"/>
            <a:ext cx="2281289" cy="12832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6"/>
                                        </p:tgtEl>
                                        <p:attrNameLst>
                                          <p:attrName>style.visibility</p:attrName>
                                        </p:attrNameLst>
                                      </p:cBhvr>
                                      <p:to>
                                        <p:strVal val="visible"/>
                                      </p:to>
                                    </p:set>
                                    <p:animEffect filter="fade" transition="in">
                                      <p:cBhvr>
                                        <p:cTn dur="1000"/>
                                        <p:tgtEl>
                                          <p:spTgt spid="5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7"/>
                                        </p:tgtEl>
                                        <p:attrNameLst>
                                          <p:attrName>style.visibility</p:attrName>
                                        </p:attrNameLst>
                                      </p:cBhvr>
                                      <p:to>
                                        <p:strVal val="visible"/>
                                      </p:to>
                                    </p:set>
                                    <p:animEffect filter="fade" transition="in">
                                      <p:cBhvr>
                                        <p:cTn dur="1000"/>
                                        <p:tgtEl>
                                          <p:spTgt spid="5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gtEl>
                                        <p:attrNameLst>
                                          <p:attrName>style.visibility</p:attrName>
                                        </p:attrNameLst>
                                      </p:cBhvr>
                                      <p:to>
                                        <p:strVal val="visible"/>
                                      </p:to>
                                    </p:set>
                                    <p:animEffect filter="fade" transition="in">
                                      <p:cBhvr>
                                        <p:cTn dur="1000"/>
                                        <p:tgtEl>
                                          <p:spTgt spid="5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9"/>
                                        </p:tgtEl>
                                        <p:attrNameLst>
                                          <p:attrName>style.visibility</p:attrName>
                                        </p:attrNameLst>
                                      </p:cBhvr>
                                      <p:to>
                                        <p:strVal val="visible"/>
                                      </p:to>
                                    </p:set>
                                    <p:animEffect filter="fade" transition="in">
                                      <p:cBhvr>
                                        <p:cTn dur="1000"/>
                                        <p:tgtEl>
                                          <p:spTgt spid="5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0"/>
                                        </p:tgtEl>
                                        <p:attrNameLst>
                                          <p:attrName>style.visibility</p:attrName>
                                        </p:attrNameLst>
                                      </p:cBhvr>
                                      <p:to>
                                        <p:strVal val="visible"/>
                                      </p:to>
                                    </p:set>
                                    <p:animEffect filter="fade" transition="in">
                                      <p:cBhvr>
                                        <p:cTn dur="1000"/>
                                        <p:tgtEl>
                                          <p:spTgt spid="5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2"/>
                                        </p:tgtEl>
                                        <p:attrNameLst>
                                          <p:attrName>style.visibility</p:attrName>
                                        </p:attrNameLst>
                                      </p:cBhvr>
                                      <p:to>
                                        <p:strVal val="visible"/>
                                      </p:to>
                                    </p:set>
                                    <p:animEffect filter="fade" transition="in">
                                      <p:cBhvr>
                                        <p:cTn dur="1000"/>
                                        <p:tgtEl>
                                          <p:spTgt spid="5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3"/>
                                        </p:tgtEl>
                                        <p:attrNameLst>
                                          <p:attrName>style.visibility</p:attrName>
                                        </p:attrNameLst>
                                      </p:cBhvr>
                                      <p:to>
                                        <p:strVal val="visible"/>
                                      </p:to>
                                    </p:set>
                                    <p:animEffect filter="fade" transition="in">
                                      <p:cBhvr>
                                        <p:cTn dur="1000"/>
                                        <p:tgtEl>
                                          <p:spTgt spid="5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4"/>
                                        </p:tgtEl>
                                        <p:attrNameLst>
                                          <p:attrName>style.visibility</p:attrName>
                                        </p:attrNameLst>
                                      </p:cBhvr>
                                      <p:to>
                                        <p:strVal val="visible"/>
                                      </p:to>
                                    </p:set>
                                    <p:animEffect filter="fade" transition="in">
                                      <p:cBhvr>
                                        <p:cTn dur="1000"/>
                                        <p:tgtEl>
                                          <p:spTgt spid="5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5"/>
                                        </p:tgtEl>
                                        <p:attrNameLst>
                                          <p:attrName>style.visibility</p:attrName>
                                        </p:attrNameLst>
                                      </p:cBhvr>
                                      <p:to>
                                        <p:strVal val="visible"/>
                                      </p:to>
                                    </p:set>
                                    <p:animEffect filter="fade" transition="in">
                                      <p:cBhvr>
                                        <p:cTn dur="1000"/>
                                        <p:tgtEl>
                                          <p:spTgt spid="5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549" name="Shape 549"/>
        <p:cNvGrpSpPr/>
        <p:nvPr/>
      </p:nvGrpSpPr>
      <p:grpSpPr>
        <a:xfrm>
          <a:off x="0" y="0"/>
          <a:ext cx="0" cy="0"/>
          <a:chOff x="0" y="0"/>
          <a:chExt cx="0" cy="0"/>
        </a:xfrm>
      </p:grpSpPr>
      <p:pic>
        <p:nvPicPr>
          <p:cNvPr id="550" name="Google Shape;550;p63"/>
          <p:cNvPicPr preferRelativeResize="0"/>
          <p:nvPr/>
        </p:nvPicPr>
        <p:blipFill rotWithShape="1">
          <a:blip r:embed="rId3">
            <a:alphaModFix/>
          </a:blip>
          <a:srcRect b="0" l="0" r="0" t="0"/>
          <a:stretch/>
        </p:blipFill>
        <p:spPr>
          <a:xfrm>
            <a:off x="16302800" y="9535099"/>
            <a:ext cx="1528003" cy="294700"/>
          </a:xfrm>
          <a:prstGeom prst="rect">
            <a:avLst/>
          </a:prstGeom>
          <a:noFill/>
          <a:ln>
            <a:noFill/>
          </a:ln>
        </p:spPr>
      </p:pic>
      <p:sp>
        <p:nvSpPr>
          <p:cNvPr id="551" name="Google Shape;551;p63"/>
          <p:cNvSpPr/>
          <p:nvPr/>
        </p:nvSpPr>
        <p:spPr>
          <a:xfrm>
            <a:off x="17332200" y="457200"/>
            <a:ext cx="498600" cy="498600"/>
          </a:xfrm>
          <a:prstGeom prst="ellipse">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solidFill>
                <a:srgbClr val="EBEBEB"/>
              </a:solidFill>
            </a:endParaRPr>
          </a:p>
        </p:txBody>
      </p:sp>
      <p:sp>
        <p:nvSpPr>
          <p:cNvPr id="552" name="Google Shape;552;p63"/>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sp>
        <p:nvSpPr>
          <p:cNvPr id="553" name="Google Shape;553;p63"/>
          <p:cNvSpPr txBox="1"/>
          <p:nvPr/>
        </p:nvSpPr>
        <p:spPr>
          <a:xfrm>
            <a:off x="240150" y="0"/>
            <a:ext cx="10599600" cy="29886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7000">
                <a:solidFill>
                  <a:schemeClr val="dk1"/>
                </a:solidFill>
                <a:latin typeface="Inter Medium"/>
                <a:ea typeface="Inter Medium"/>
                <a:cs typeface="Inter Medium"/>
                <a:sym typeface="Inter Medium"/>
              </a:rPr>
              <a:t>Уникально </a:t>
            </a:r>
            <a:endParaRPr sz="70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7000">
                <a:solidFill>
                  <a:schemeClr val="dk1"/>
                </a:solidFill>
                <a:latin typeface="Inter Medium"/>
                <a:ea typeface="Inter Medium"/>
                <a:cs typeface="Inter Medium"/>
                <a:sym typeface="Inter Medium"/>
              </a:rPr>
              <a:t>в технологии </a:t>
            </a:r>
            <a:endParaRPr sz="7000">
              <a:solidFill>
                <a:schemeClr val="dk1"/>
              </a:solidFill>
              <a:latin typeface="Inter Medium"/>
              <a:ea typeface="Inter Medium"/>
              <a:cs typeface="Inter Medium"/>
              <a:sym typeface="Inter Medium"/>
            </a:endParaRPr>
          </a:p>
        </p:txBody>
      </p:sp>
      <p:pic>
        <p:nvPicPr>
          <p:cNvPr descr="Savlon Swasth India Mission makes education on washing hands fun engaging and memorable; Introduces unique Savlon Healthy Hands Chalk Sticks. A first of its kind initiative in a series of on-ground activities being undertaken by Savlon Swasth India Mission.&#10;Unveiling Savlon Swasth India Mission, a programme designed to encourage behavioural change towards washing hands amongst children, through various engaging and entertaining educational initiatives in schools. In line with Savlon Swasth lndia's proposition of 'Healthier Kids. Stronger India', the programme introduces interactive activities including a series of storytelling and visual engagements that educate and encourage children to adopt good hand hygiene practices. Savlon Swasth India mission has already reached out to more than 3,00,000 children and aims to reach 1 million children in a year." id="554" name="Google Shape;554;p63" title="Savlon Healthy Hands Chalk Sticks - English">
            <a:hlinkClick r:id="rId4"/>
          </p:cNvPr>
          <p:cNvPicPr preferRelativeResize="0"/>
          <p:nvPr/>
        </p:nvPicPr>
        <p:blipFill>
          <a:blip r:embed="rId5">
            <a:alphaModFix/>
          </a:blip>
          <a:stretch>
            <a:fillRect/>
          </a:stretch>
        </p:blipFill>
        <p:spPr>
          <a:xfrm>
            <a:off x="457200" y="2475725"/>
            <a:ext cx="2529300" cy="1422725"/>
          </a:xfrm>
          <a:prstGeom prst="rect">
            <a:avLst/>
          </a:prstGeom>
          <a:noFill/>
          <a:ln>
            <a:noFill/>
          </a:ln>
        </p:spPr>
      </p:pic>
      <p:pic>
        <p:nvPicPr>
          <p:cNvPr descr="Der Samsung Safety Truck macht dank Kamera und vier Flatscreens das Überholen sicherer. Ein Modell für das Fahren der Zukunft?&#10;http://spr.ly/Samsung_Safety_Truck" id="555" name="Google Shape;555;p63" title="Der Samsung Safety Truck">
            <a:hlinkClick r:id="rId6"/>
          </p:cNvPr>
          <p:cNvPicPr preferRelativeResize="0"/>
          <p:nvPr/>
        </p:nvPicPr>
        <p:blipFill>
          <a:blip r:embed="rId7">
            <a:alphaModFix/>
          </a:blip>
          <a:stretch>
            <a:fillRect/>
          </a:stretch>
        </p:blipFill>
        <p:spPr>
          <a:xfrm>
            <a:off x="3238500" y="2475719"/>
            <a:ext cx="2529300" cy="1422731"/>
          </a:xfrm>
          <a:prstGeom prst="rect">
            <a:avLst/>
          </a:prstGeom>
          <a:noFill/>
          <a:ln>
            <a:noFill/>
          </a:ln>
        </p:spPr>
      </p:pic>
      <p:pic>
        <p:nvPicPr>
          <p:cNvPr descr="GP de Innovation - &quot;MouthPad&quot;, da Wunderman Thompson de Lima e Augmental de San Francisco, para Augmental (Peru e EUA) (aqui)" id="556" name="Google Shape;556;p63" title="Grand Prix de Innovation // Cannes 2023 - &quot;MouthPad&quot;, da Wunderman Thompson, Lima">
            <a:hlinkClick r:id="rId8"/>
          </p:cNvPr>
          <p:cNvPicPr preferRelativeResize="0"/>
          <p:nvPr/>
        </p:nvPicPr>
        <p:blipFill>
          <a:blip r:embed="rId9">
            <a:alphaModFix/>
          </a:blip>
          <a:stretch>
            <a:fillRect/>
          </a:stretch>
        </p:blipFill>
        <p:spPr>
          <a:xfrm>
            <a:off x="6019800" y="2475725"/>
            <a:ext cx="2529289" cy="1422725"/>
          </a:xfrm>
          <a:prstGeom prst="rect">
            <a:avLst/>
          </a:prstGeom>
          <a:noFill/>
          <a:ln>
            <a:noFill/>
          </a:ln>
        </p:spPr>
      </p:pic>
      <p:pic>
        <p:nvPicPr>
          <p:cNvPr descr="Healthcare access and quality in the United States often vary dramatically, with affordability being a major barrier for many. The &quot;Equality Health Foundation&quot; brought to light a startling correlation: the quality of one's health and even life expectancy can be directly linked to their address. This insight challenges the notion that health begins with a doctor's visit, suggesting it's more fundamentally tied to one's environment and access to basic resources.&#10;&#10;Their &quot;Zip Code Exam&quot; campaign used digital out-of-home displays to contextualize this data in a powerful way. Billboards displayed messages like &quot;Cross this road to live 9 years more&quot; or &quot;Go one more step to live 8 years less,&quot; starkly illustrating the health disparities linked to specific geographic locations.&#10;&#10;-----------&#10;ETBrandEquity.com is the online destination of Brand Equity, India's premier source of information, news and opinion on marketing and advertising.&#10;&#10;Follow us here for more updates!&#10;LinkedIn: https://www.linkedin.com/company/etbrandequity/&#10;&#10;Twitter: https://twitter.com/ETBrandEquity&#10;&#10;Facebook: https://www.facebook.com/ETBrandEquity/&#10;&#10;#ETBrandEquity #Brandupdates #marketing" id="557" name="Google Shape;557;p63" title="Equality Health Foundation: Zip Code Exam, Area 23, An IPG Health company">
            <a:hlinkClick r:id="rId10"/>
          </p:cNvPr>
          <p:cNvPicPr preferRelativeResize="0"/>
          <p:nvPr/>
        </p:nvPicPr>
        <p:blipFill>
          <a:blip r:embed="rId11">
            <a:alphaModFix/>
          </a:blip>
          <a:stretch>
            <a:fillRect/>
          </a:stretch>
        </p:blipFill>
        <p:spPr>
          <a:xfrm>
            <a:off x="8801100" y="2475725"/>
            <a:ext cx="2529289" cy="1422725"/>
          </a:xfrm>
          <a:prstGeom prst="rect">
            <a:avLst/>
          </a:prstGeom>
          <a:noFill/>
          <a:ln>
            <a:noFill/>
          </a:ln>
        </p:spPr>
      </p:pic>
      <p:pic>
        <p:nvPicPr>
          <p:cNvPr descr="McDonald’s - WINTER TAKES ON COLORS (Case Study) | Campaign&#10;&#10;Background: Polish winters, once magical, had become long stretches of gray, clouds, and weather-related gloom, leaving residents craving joy and color during the season.&#10;&#10;Creative Idea: The Drwala Burger, McDonald’s beloved winter limited-time offer (LTO), would bring color, joy, and a better winter experience to the gray Polish season.&#10;&#10;Insights &amp; Strategy: Drwala is a premium, highly anticipated burger that returns only during winter in Poland. The campaign aimed to position Drwala as a way to transform the winter experience, giving Poles a brighter, more enjoyable side of the season through fun, playful engagement.&#10;&#10;Execution: One McDonald’s restaurant was transformed into a giant interactive coloring book where visitors could color the space in real time, creating thousands of unique designs. The campaign’s communication leaned entirely on coloring book graphics to make the experience playful, accessible, and visually transformative, and the week-long event attracted thousands from across Poland.&#10;&#10;Results: The campaign delivered record-breaking results on its first day, achieving the highest total sales and largest number of customers in McDonald’s Poland history, while Drwala Burger sales rose 30% compared to the previous year.&#10;&#10;Credits:&#10;* Agency: DDB Warszawa&#10;* Media Agency: OMD / Warsaw&#10;* PR / Marketing Agency: 24/7 Communication / Warsaw&#10;* Production Company: Papaya / Warsaw&#10;* Music / Sound Production Company: Juice / Warsaw&#10;* Post Production Company: Rio de Post / Warsaw&#10;* Chief Creative Officer: Zuzanna Duchniewska-Sobczak&#10;* Creative Director: Michał Desowski&#10;* Deputy Creative Director: Jakub Przeszłowski&#10;* Head of Design: Marcin Szmidt&#10;* Senior Art Director: Agnieszka Stachura&#10;* Senior Copywriter: Ksawery Bajon&#10;* Junior Copywriter: Antoni Lewandowski&#10;* Business Director: Magdalena Olszewska&#10;* Senior Account Executive: Urszula Łysenko-Tomczuk&#10;* Senior Strategic Planner: Paulina Maćczak&#10;* Creative Project Manager: Joanna Milewska&#10;* Creative Solutions Producer: Elżbieta Mielcuch&#10;* Head of Creative Solutions: Anna Mogilnicka-Pojda&#10;* Senior Creative Project Manager: Maria Cięciwa&#10;* Senior Graphic Designer: Jan Cieślak" id="558" name="Google Shape;558;p63" title="McDonald’s - WINTER TAKES ON COLORS (Case Study) | Campaign">
            <a:hlinkClick r:id="rId12"/>
          </p:cNvPr>
          <p:cNvPicPr preferRelativeResize="0"/>
          <p:nvPr/>
        </p:nvPicPr>
        <p:blipFill>
          <a:blip r:embed="rId13">
            <a:alphaModFix/>
          </a:blip>
          <a:stretch>
            <a:fillRect/>
          </a:stretch>
        </p:blipFill>
        <p:spPr>
          <a:xfrm>
            <a:off x="11493075" y="2475725"/>
            <a:ext cx="2529300" cy="1422733"/>
          </a:xfrm>
          <a:prstGeom prst="rect">
            <a:avLst/>
          </a:prstGeom>
          <a:noFill/>
          <a:ln>
            <a:noFill/>
          </a:ln>
        </p:spPr>
      </p:pic>
      <p:pic>
        <p:nvPicPr>
          <p:cNvPr descr="Imagine the daunting roar of an MRI machine, reaching decibel levels louder than a military jet. Now, consider the impact on a child undergoing cancer treatment. Siemens Healthineers introduces &quot;Magnetic Stories&quot;, an innovative technology transforming terrifying MRI sounds into enchanting children's audio books. &#10;&#10;This pioneering campaign seeks to replace anxiety with awe and fear with fascination, ensuring young patients experience a journey of magic and wonder during medical procedures. By harnessing the power of storytelling, Siemens Healthineers aims to redefine healthcare experiences, making them not just tolerable, but inspiring for every child in need.&#10;&#10;AWARDS &#10;Cannes Lions 2024 &#10;- Pharma Grand Prix&#10;- Gold in Creative Data &#10;- Silver in Pharma &#10;- Bronze in Audio &amp; Radio&#10;- Bronze in Brand Experience &amp; Activation &#10;- Bronze in Creative B2B&#10;&#10;One Show 2025 &#10;- Radio &amp; Audio-First Grand Prix&#10;&#10;Clio Health Awards 2025 &#10;- Audio Craft Grand Prix &#10;- Creative Use of Data Grand Prix &#10;&#10;CREDITS &#10;Brand: Siemens Healthineers, USA.  &#10;Creative Agency: AREA 23 (an IPG Health network company), New York.&#10;Production Companies: BRO Lisbon, SONIDO Lisbon, and Tempest Originals Custom Carpentry Brooklyn. &#10;Post Production Company: Ars Thanea Warsaw. &#10;Publishing House: Grupo Leya Lisbon.&#10;Music &amp; Sound: Sonido.&#10;&#10;AREA 23&#10;Chief Creative Officer: Tim Hawkey.&#10;SVP Creative Director: Viton Araújo.&#10;VP Creative Director: Diego Torgo.&#10;VP Creative Director, Copywriter: Victor Afonso.&#10;SVP Group Production Director: Chinkara Singh.&#10;SVP Creative Director: Guillermo Aracena.&#10;&#10;FCB&#10;Global Creative Partner: Danilo Boer.&#10;&#10;FCB Chicago&#10;Executive Creative Director: Eduardo Tavares.&#10;&#10;Hill Holliday Health&#10;VP Executive Producer: Philip Schneider.&#10;&#10;Bro Cinema&#10;Founder, Director: Mário Patrocínio.&#10;Executive Producer: João Cruz.&#10;Line Producer: Mariana Cucchiarelli.&#10;Director of Photography: Tomás Paiva Raposo.&#10;Production Manager: Nuno Mendes.&#10;Production Manager: Marta Araújo.&#10;Production Assistant: Eneida Neves.&#10;Sound Operator: Miguel Souza.&#10;Sound Operator: Victor Ribeiro.&#10;Makeup Artist: Lexie Wolfs.&#10;Editor: Ricardo Damásio.&#10;Post Coordinator: Jimmy Egreja.&#10;Post Supervisor: Sadik Jamal.&#10;Grading: Daniel Laranja.&#10;VFX: Ricardo Viana.&#10;&#10;Ars Thanea&#10;Founder Partner &amp; CCO: Peter Jaworowski.&#10;&#10;Sonido&#10;Project Manager: Váva Mayrink.&#10;Project Manager: Lara Borges.&#10;Founder, Music Director: Lucas Duque.&#10;Producer: Manuel Pinto.&#10;&#10;Guel&#10;Sound Edit e Mix: André Almeida Guel." id="559" name="Google Shape;559;p63" title="Siemens Healthineers - Magnetic Stories (case study)">
            <a:hlinkClick r:id="rId14"/>
          </p:cNvPr>
          <p:cNvPicPr preferRelativeResize="0"/>
          <p:nvPr/>
        </p:nvPicPr>
        <p:blipFill>
          <a:blip r:embed="rId15">
            <a:alphaModFix/>
          </a:blip>
          <a:stretch>
            <a:fillRect/>
          </a:stretch>
        </p:blipFill>
        <p:spPr>
          <a:xfrm>
            <a:off x="14363700" y="2475725"/>
            <a:ext cx="2529289" cy="1422725"/>
          </a:xfrm>
          <a:prstGeom prst="rect">
            <a:avLst/>
          </a:prstGeom>
          <a:noFill/>
          <a:ln>
            <a:noFill/>
          </a:ln>
        </p:spPr>
      </p:pic>
      <p:pic>
        <p:nvPicPr>
          <p:cNvPr descr="Microsoft - Changing the Game (Case Study) | Campaign&#10;&#10;Microsoft is one of the most innovative companies in the world. But people considered it a “productivity-enabler” above all. Few knew Microsoft’s values-driven mission -- to empower everyone to achieve more – or the innovative projects that truly demonstrate how much this matters to the company on a human-level.&#10;&#10;Searching unveiled an unlikely product: the XBOX Adaptive Controller, which helps those with limited mobility play video games. It perfectly demonstrated Microsoft’s values and innovative spirit. But there were hurdles:&#10;&#10;1. It had no intended marketing support.&#10;&#10;2. It was coming to market during the holidays when marketing is dedicated to sales drivers like Surface.&#10;&#10;3. There was uncertainty if the effects would halo to the master brand.&#10;&#10;Despite these challenges, we got to work. Instead of making gamers with disabilities our audience, we flipped the script and made them the center of our campaign. By using the real voices and experiences, we brought a human face to Microsoft’s innovation.&#10;&#10;A quiet launch solely to the disabled gaming community would not do the product justice, nor elevate the conversation around inclusion to a broader audience. So, we went the opposite way: the biggest sporting event of the year—the Super Bowl. Its focus on physical ability and emphasis on one winner provided the perfect juxtaposition and context to shift the cultural conversation around inclusivity, and show that when everyone can play, we all win.&#10;&#10;Credits:&#10;- Client: Microsoft&#10;- Agency: McCann New York&#10;- Production Company: Hungry Man, New York&#10;- Awards: Grand Prix/ Titanium at the Cannes Lions 2019&#10;&#10;Follow me on: https://linktr.ee/hoangcao&#10;&#10;#Advertising #Marketing #CannesLions #Ads #Campaign #Creative" id="560" name="Google Shape;560;p63" title="Microsoft - Changing the Game (Case Study) | Campaign">
            <a:hlinkClick r:id="rId16"/>
          </p:cNvPr>
          <p:cNvPicPr preferRelativeResize="0"/>
          <p:nvPr/>
        </p:nvPicPr>
        <p:blipFill>
          <a:blip r:embed="rId17">
            <a:alphaModFix/>
          </a:blip>
          <a:stretch>
            <a:fillRect/>
          </a:stretch>
        </p:blipFill>
        <p:spPr>
          <a:xfrm>
            <a:off x="457200" y="4035650"/>
            <a:ext cx="2529289" cy="1422725"/>
          </a:xfrm>
          <a:prstGeom prst="rect">
            <a:avLst/>
          </a:prstGeom>
          <a:noFill/>
          <a:ln>
            <a:noFill/>
          </a:ln>
        </p:spPr>
      </p:pic>
      <p:pic>
        <p:nvPicPr>
          <p:cNvPr descr="🔔 Subscribe now: https://www.youtube.com/channel/UC-DxGw-JfaneCtQUrGmOHqQ?sub_confirmation=1&#10;&#10;Unmistakable character meets a new reality.&#10;Follow lil miquela on her adventure to enter a new reality, feat. the first-ever, all-electric BMW iX2. 100% electric.&#10;&#10;#BMW #THENEWiX2 #bmwelectric &#10;__&#10;BMW iX2 xDrive30&#10;Combined power consumption: 17.7–16.3 kWh/100 km. Combined CO2 emissions: 0 g/km. Electric range: 417–449 kilometers. All data according to WLTP.  &#10;&#10;Official data on fuel consumption, CO2 emissions power consumption and electric range were determined inaccordance with the mandatory measurement procedure and comply with Regulation (EU) 715/2007 valid at the time of type approval. In case of a range, figures in the NEDC take into account differences in the selected wheel and tire size; figures in the WLTP take into account any optional equipment.&#10;&#10;WLTP values are used for assessing taxes and other vehicle-related charges that are (also) based on CO2 emissions, as well as for the purposes of vehicle-specific subsidies, if applicable. Where applicable, the NEDC values listed were calculated based on the new WLTP measurement procedure and then converted back to the NEDC measurement procedure for comparability reasons. For more information on the WLTP and NEDC measurement procedures, see www.bmw.de/wltp.&#10;&#10;&#10;#BestCommercials" id="561" name="Google Shape;561;p63" title="The first ever BMW iX2 × lil Miquela">
            <a:hlinkClick r:id="rId18"/>
          </p:cNvPr>
          <p:cNvPicPr preferRelativeResize="0"/>
          <p:nvPr/>
        </p:nvPicPr>
        <p:blipFill>
          <a:blip r:embed="rId19">
            <a:alphaModFix/>
          </a:blip>
          <a:stretch>
            <a:fillRect/>
          </a:stretch>
        </p:blipFill>
        <p:spPr>
          <a:xfrm>
            <a:off x="3138898" y="4050850"/>
            <a:ext cx="2529300" cy="1422731"/>
          </a:xfrm>
          <a:prstGeom prst="rect">
            <a:avLst/>
          </a:prstGeom>
          <a:noFill/>
          <a:ln>
            <a:noFill/>
          </a:ln>
        </p:spPr>
      </p:pic>
      <p:pic>
        <p:nvPicPr>
          <p:cNvPr descr="Join Coinbase and get $5 when you trade for the first time! https://www.coinbase.com/fr-fr/join/P2GKZFF?src&#10;&#10;Brand: Deutsche Telekom&#10;Agency: DDB Germany&#10;Year: 2023&#10;Country: 🇩🇪" id="562" name="Google Shape;562;p63" title="Don't share your kids personal information - Without Consent - Deutsche Telekom Deepfake AI Ad">
            <a:hlinkClick r:id="rId20"/>
          </p:cNvPr>
          <p:cNvPicPr preferRelativeResize="0"/>
          <p:nvPr/>
        </p:nvPicPr>
        <p:blipFill>
          <a:blip r:embed="rId21">
            <a:alphaModFix/>
          </a:blip>
          <a:stretch>
            <a:fillRect/>
          </a:stretch>
        </p:blipFill>
        <p:spPr>
          <a:xfrm>
            <a:off x="6019800" y="4035651"/>
            <a:ext cx="2529300" cy="1422731"/>
          </a:xfrm>
          <a:prstGeom prst="rect">
            <a:avLst/>
          </a:prstGeom>
          <a:noFill/>
          <a:ln>
            <a:noFill/>
          </a:ln>
        </p:spPr>
      </p:pic>
      <p:pic>
        <p:nvPicPr>
          <p:cNvPr descr="What’s the difference between propaganda and news?&#10;To answer this question we created two identical AIs. They are like twins, but with no experience, no outside factors influencing their outlook&#10;AIs were «brought up» on news programs. One was «watching» the state TV Russia-1, The other – the independent TV Rain. After 6 months, they could answer any questions. But, only using the knowledge and vocabulary of the programs they had watched." id="563" name="Google Shape;563;p63" title="AI Versus case study. Music by 13th Door">
            <a:hlinkClick r:id="rId22"/>
          </p:cNvPr>
          <p:cNvPicPr preferRelativeResize="0"/>
          <p:nvPr/>
        </p:nvPicPr>
        <p:blipFill>
          <a:blip r:embed="rId23">
            <a:alphaModFix/>
          </a:blip>
          <a:stretch>
            <a:fillRect/>
          </a:stretch>
        </p:blipFill>
        <p:spPr>
          <a:xfrm>
            <a:off x="457200" y="5625976"/>
            <a:ext cx="2529289" cy="1422725"/>
          </a:xfrm>
          <a:prstGeom prst="rect">
            <a:avLst/>
          </a:prstGeom>
          <a:noFill/>
          <a:ln>
            <a:noFill/>
          </a:ln>
        </p:spPr>
      </p:pic>
      <p:pic>
        <p:nvPicPr>
          <p:cNvPr descr="Like a cyber shield for our forests, the Code of Conscience is an open-source software that restricts the use of heavy machinery in protected areas.&#10;&#10;Spread the word about the project until it reaches all manufacturers.&#10;&#10;Know more at CodeOfConscience.org&#10;&#10;//&#10;&#10;Como um escudo digital para nossas florestas, o Código da Consciência é um software de código aberto que limita o uso de máquinas pesadas em áreas protegidas.&#10;&#10;Ajude convidando as fabricantes a instalá-lo em suas máquinas.&#10;&#10;Saiba mais sobre o projeto em CodeofConscience.org" id="564" name="Google Shape;564;p63" title="Code of Conscience: How it works">
            <a:hlinkClick r:id="rId24"/>
          </p:cNvPr>
          <p:cNvPicPr preferRelativeResize="0"/>
          <p:nvPr/>
        </p:nvPicPr>
        <p:blipFill>
          <a:blip r:embed="rId25">
            <a:alphaModFix/>
          </a:blip>
          <a:stretch>
            <a:fillRect/>
          </a:stretch>
        </p:blipFill>
        <p:spPr>
          <a:xfrm>
            <a:off x="3089100" y="5625969"/>
            <a:ext cx="2628900" cy="1478756"/>
          </a:xfrm>
          <a:prstGeom prst="rect">
            <a:avLst/>
          </a:prstGeom>
          <a:noFill/>
          <a:ln>
            <a:noFill/>
          </a:ln>
        </p:spPr>
      </p:pic>
      <p:pic>
        <p:nvPicPr>
          <p:cNvPr descr="This is a really brilliant" id="565" name="Google Shape;565;p63" title="Caption With Intention (case study), 2025 Cannes Lions Grand Prix - Chicago Hearing Society">
            <a:hlinkClick r:id="rId26"/>
          </p:cNvPr>
          <p:cNvPicPr preferRelativeResize="0"/>
          <p:nvPr/>
        </p:nvPicPr>
        <p:blipFill>
          <a:blip r:embed="rId27">
            <a:alphaModFix/>
          </a:blip>
          <a:stretch>
            <a:fillRect/>
          </a:stretch>
        </p:blipFill>
        <p:spPr>
          <a:xfrm>
            <a:off x="8801100" y="4050850"/>
            <a:ext cx="2529300" cy="1422725"/>
          </a:xfrm>
          <a:prstGeom prst="rect">
            <a:avLst/>
          </a:prstGeom>
          <a:noFill/>
          <a:ln>
            <a:noFill/>
          </a:ln>
        </p:spPr>
      </p:pic>
      <p:pic>
        <p:nvPicPr>
          <p:cNvPr id="566" name="Google Shape;566;p63" title="Screenshot 2026-03-22 at 12.00.23 PM.png"/>
          <p:cNvPicPr preferRelativeResize="0"/>
          <p:nvPr/>
        </p:nvPicPr>
        <p:blipFill>
          <a:blip r:embed="rId28">
            <a:alphaModFix/>
          </a:blip>
          <a:stretch>
            <a:fillRect/>
          </a:stretch>
        </p:blipFill>
        <p:spPr>
          <a:xfrm>
            <a:off x="-3093325" y="0"/>
            <a:ext cx="2804701" cy="2482250"/>
          </a:xfrm>
          <a:prstGeom prst="rect">
            <a:avLst/>
          </a:prstGeom>
          <a:noFill/>
          <a:ln>
            <a:noFill/>
          </a:ln>
        </p:spPr>
      </p:pic>
      <p:sp>
        <p:nvSpPr>
          <p:cNvPr id="567" name="Google Shape;567;p63"/>
          <p:cNvSpPr/>
          <p:nvPr/>
        </p:nvSpPr>
        <p:spPr>
          <a:xfrm>
            <a:off x="-3093325" y="2634650"/>
            <a:ext cx="2804700" cy="970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В ролике BMW тот же самый маскот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5"/>
                                        </p:tgtEl>
                                        <p:attrNameLst>
                                          <p:attrName>style.visibility</p:attrName>
                                        </p:attrNameLst>
                                      </p:cBhvr>
                                      <p:to>
                                        <p:strVal val="visible"/>
                                      </p:to>
                                    </p:set>
                                    <p:animEffect filter="fade" transition="in">
                                      <p:cBhvr>
                                        <p:cTn dur="1000"/>
                                        <p:tgtEl>
                                          <p:spTgt spid="5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6"/>
                                        </p:tgtEl>
                                        <p:attrNameLst>
                                          <p:attrName>style.visibility</p:attrName>
                                        </p:attrNameLst>
                                      </p:cBhvr>
                                      <p:to>
                                        <p:strVal val="visible"/>
                                      </p:to>
                                    </p:set>
                                    <p:animEffect filter="fade" transition="in">
                                      <p:cBhvr>
                                        <p:cTn dur="1000"/>
                                        <p:tgtEl>
                                          <p:spTgt spid="5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7"/>
                                        </p:tgtEl>
                                        <p:attrNameLst>
                                          <p:attrName>style.visibility</p:attrName>
                                        </p:attrNameLst>
                                      </p:cBhvr>
                                      <p:to>
                                        <p:strVal val="visible"/>
                                      </p:to>
                                    </p:set>
                                    <p:animEffect filter="fade" transition="in">
                                      <p:cBhvr>
                                        <p:cTn dur="1000"/>
                                        <p:tgtEl>
                                          <p:spTgt spid="5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8"/>
                                        </p:tgtEl>
                                        <p:attrNameLst>
                                          <p:attrName>style.visibility</p:attrName>
                                        </p:attrNameLst>
                                      </p:cBhvr>
                                      <p:to>
                                        <p:strVal val="visible"/>
                                      </p:to>
                                    </p:set>
                                    <p:animEffect filter="fade" transition="in">
                                      <p:cBhvr>
                                        <p:cTn dur="1000"/>
                                        <p:tgtEl>
                                          <p:spTgt spid="5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9"/>
                                        </p:tgtEl>
                                        <p:attrNameLst>
                                          <p:attrName>style.visibility</p:attrName>
                                        </p:attrNameLst>
                                      </p:cBhvr>
                                      <p:to>
                                        <p:strVal val="visible"/>
                                      </p:to>
                                    </p:set>
                                    <p:animEffect filter="fade" transition="in">
                                      <p:cBhvr>
                                        <p:cTn dur="1000"/>
                                        <p:tgtEl>
                                          <p:spTgt spid="5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0"/>
                                        </p:tgtEl>
                                        <p:attrNameLst>
                                          <p:attrName>style.visibility</p:attrName>
                                        </p:attrNameLst>
                                      </p:cBhvr>
                                      <p:to>
                                        <p:strVal val="visible"/>
                                      </p:to>
                                    </p:set>
                                    <p:animEffect filter="fade" transition="in">
                                      <p:cBhvr>
                                        <p:cTn dur="1000"/>
                                        <p:tgtEl>
                                          <p:spTgt spid="5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1"/>
                                        </p:tgtEl>
                                        <p:attrNameLst>
                                          <p:attrName>style.visibility</p:attrName>
                                        </p:attrNameLst>
                                      </p:cBhvr>
                                      <p:to>
                                        <p:strVal val="visible"/>
                                      </p:to>
                                    </p:set>
                                    <p:animEffect filter="fade" transition="in">
                                      <p:cBhvr>
                                        <p:cTn dur="1000"/>
                                        <p:tgtEl>
                                          <p:spTgt spid="5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gtEl>
                                        <p:attrNameLst>
                                          <p:attrName>style.visibility</p:attrName>
                                        </p:attrNameLst>
                                      </p:cBhvr>
                                      <p:to>
                                        <p:strVal val="visible"/>
                                      </p:to>
                                    </p:set>
                                    <p:animEffect filter="fade" transition="in">
                                      <p:cBhvr>
                                        <p:cTn dur="1000"/>
                                        <p:tgtEl>
                                          <p:spTgt spid="5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3"/>
                                        </p:tgtEl>
                                        <p:attrNameLst>
                                          <p:attrName>style.visibility</p:attrName>
                                        </p:attrNameLst>
                                      </p:cBhvr>
                                      <p:to>
                                        <p:strVal val="visible"/>
                                      </p:to>
                                    </p:set>
                                    <p:animEffect filter="fade" transition="in">
                                      <p:cBhvr>
                                        <p:cTn dur="1000"/>
                                        <p:tgtEl>
                                          <p:spTgt spid="5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4"/>
                                        </p:tgtEl>
                                        <p:attrNameLst>
                                          <p:attrName>style.visibility</p:attrName>
                                        </p:attrNameLst>
                                      </p:cBhvr>
                                      <p:to>
                                        <p:strVal val="visible"/>
                                      </p:to>
                                    </p:set>
                                    <p:animEffect filter="fade" transition="in">
                                      <p:cBhvr>
                                        <p:cTn dur="1000"/>
                                        <p:tgtEl>
                                          <p:spTgt spid="5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5"/>
                                        </p:tgtEl>
                                        <p:attrNameLst>
                                          <p:attrName>style.visibility</p:attrName>
                                        </p:attrNameLst>
                                      </p:cBhvr>
                                      <p:to>
                                        <p:strVal val="visible"/>
                                      </p:to>
                                    </p:set>
                                    <p:animEffect filter="fade" transition="in">
                                      <p:cBhvr>
                                        <p:cTn dur="1000"/>
                                        <p:tgtEl>
                                          <p:spTgt spid="5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571" name="Shape 571"/>
        <p:cNvGrpSpPr/>
        <p:nvPr/>
      </p:nvGrpSpPr>
      <p:grpSpPr>
        <a:xfrm>
          <a:off x="0" y="0"/>
          <a:ext cx="0" cy="0"/>
          <a:chOff x="0" y="0"/>
          <a:chExt cx="0" cy="0"/>
        </a:xfrm>
      </p:grpSpPr>
      <p:pic>
        <p:nvPicPr>
          <p:cNvPr id="572" name="Google Shape;572;p64"/>
          <p:cNvPicPr preferRelativeResize="0"/>
          <p:nvPr/>
        </p:nvPicPr>
        <p:blipFill rotWithShape="1">
          <a:blip r:embed="rId3">
            <a:alphaModFix/>
          </a:blip>
          <a:srcRect b="0" l="0" r="0" t="0"/>
          <a:stretch/>
        </p:blipFill>
        <p:spPr>
          <a:xfrm>
            <a:off x="16302800" y="9535099"/>
            <a:ext cx="1528003" cy="294700"/>
          </a:xfrm>
          <a:prstGeom prst="rect">
            <a:avLst/>
          </a:prstGeom>
          <a:noFill/>
          <a:ln>
            <a:noFill/>
          </a:ln>
        </p:spPr>
      </p:pic>
      <p:sp>
        <p:nvSpPr>
          <p:cNvPr id="573" name="Google Shape;573;p64"/>
          <p:cNvSpPr/>
          <p:nvPr/>
        </p:nvSpPr>
        <p:spPr>
          <a:xfrm>
            <a:off x="17332200" y="457200"/>
            <a:ext cx="498600" cy="498600"/>
          </a:xfrm>
          <a:prstGeom prst="ellipse">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solidFill>
                <a:srgbClr val="EBEBEB"/>
              </a:solidFill>
            </a:endParaRPr>
          </a:p>
        </p:txBody>
      </p:sp>
      <p:sp>
        <p:nvSpPr>
          <p:cNvPr id="574" name="Google Shape;574;p64"/>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sp>
        <p:nvSpPr>
          <p:cNvPr id="575" name="Google Shape;575;p64"/>
          <p:cNvSpPr txBox="1"/>
          <p:nvPr/>
        </p:nvSpPr>
        <p:spPr>
          <a:xfrm>
            <a:off x="240150" y="0"/>
            <a:ext cx="10599600" cy="29886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7000">
                <a:solidFill>
                  <a:schemeClr val="dk1"/>
                </a:solidFill>
                <a:latin typeface="Inter Medium"/>
                <a:ea typeface="Inter Medium"/>
                <a:cs typeface="Inter Medium"/>
                <a:sym typeface="Inter Medium"/>
              </a:rPr>
              <a:t>Уникально </a:t>
            </a:r>
            <a:endParaRPr sz="70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7000">
                <a:solidFill>
                  <a:schemeClr val="dk1"/>
                </a:solidFill>
                <a:latin typeface="Inter Medium"/>
                <a:ea typeface="Inter Medium"/>
                <a:cs typeface="Inter Medium"/>
                <a:sym typeface="Inter Medium"/>
              </a:rPr>
              <a:t>в воплощении </a:t>
            </a:r>
            <a:endParaRPr sz="7000">
              <a:solidFill>
                <a:schemeClr val="dk1"/>
              </a:solidFill>
              <a:latin typeface="Inter Medium"/>
              <a:ea typeface="Inter Medium"/>
              <a:cs typeface="Inter Medium"/>
              <a:sym typeface="Inter Medium"/>
            </a:endParaRPr>
          </a:p>
        </p:txBody>
      </p:sp>
      <p:pic>
        <p:nvPicPr>
          <p:cNvPr descr="For many autistic people, like Ash, familiar clothes can be a lifeline. &#10;Helping with sensory regulation and providing a source of comfort. &#10;So making them last longer really matters. &#10;Currently, autistic girls are three times less likely to receive a diagnosis than boys. &#10;Ash was diagnosed at 14. &#10; &#10;Share the film.&#10;Join in on social with #MeMyAutismAndI.&#10;Learn more and donate at https://www.vanish.co.uk/press-centre/ambitious-about-autism/ &#10; &#10;Watch more stories in ‘Me, My Stuff &amp; I’, in partnership with Channel 4 and 4Studio." id="576" name="Google Shape;576;p64" title="Me, My Autism &amp; I | Vanish &amp; Ambitious about Autism | Hero Film">
            <a:hlinkClick r:id="rId4"/>
          </p:cNvPr>
          <p:cNvPicPr preferRelativeResize="0"/>
          <p:nvPr/>
        </p:nvPicPr>
        <p:blipFill>
          <a:blip r:embed="rId5">
            <a:alphaModFix/>
          </a:blip>
          <a:stretch>
            <a:fillRect/>
          </a:stretch>
        </p:blipFill>
        <p:spPr>
          <a:xfrm>
            <a:off x="457200" y="2475725"/>
            <a:ext cx="2544050" cy="1431025"/>
          </a:xfrm>
          <a:prstGeom prst="rect">
            <a:avLst/>
          </a:prstGeom>
          <a:noFill/>
          <a:ln>
            <a:noFill/>
          </a:ln>
        </p:spPr>
      </p:pic>
      <p:pic>
        <p:nvPicPr>
          <p:cNvPr descr="This ad is a brilliant piece of editing, of sewing together a split screen of various sport footage. It is a display of diversity. &#10;&#10;It won the Emmy for Outstanding Commercial - 2021.&#10;&#10;&quot;We're never alone, and that is our strength,&quot; says a narrator. &quot;Because when we're doubted, we'll play as one. When we're held back, we'll go farther, and harder. If we're not taken seriously, we'll prove that wrong. And if we don't fit the sport, we'll change the sport.&quot; Then a man is seen on a skateboard carrying a torch burning rainbow colored smoke.&#10;&#10;Read my article about Nike's Marketing the Rainbow: https://marketingtherainbow.info/case%20studies/fashion/Nike" id="577" name="Google Shape;577;p64" title="Nike - You Can't Stop Us (2020)">
            <a:hlinkClick r:id="rId6"/>
          </p:cNvPr>
          <p:cNvPicPr preferRelativeResize="0"/>
          <p:nvPr/>
        </p:nvPicPr>
        <p:blipFill>
          <a:blip r:embed="rId7">
            <a:alphaModFix/>
          </a:blip>
          <a:stretch>
            <a:fillRect/>
          </a:stretch>
        </p:blipFill>
        <p:spPr>
          <a:xfrm>
            <a:off x="3188276" y="2475725"/>
            <a:ext cx="2544050" cy="1431025"/>
          </a:xfrm>
          <a:prstGeom prst="rect">
            <a:avLst/>
          </a:prstGeom>
          <a:noFill/>
          <a:ln>
            <a:noFill/>
          </a:ln>
        </p:spPr>
      </p:pic>
      <p:pic>
        <p:nvPicPr>
          <p:cNvPr descr="Director: Dario Piana&#10;Post Production: BUF Compagnie Paris" id="578" name="Google Shape;578;p64" title="Ariston Aqualtis  &quot;Underwater World&quot;">
            <a:hlinkClick r:id="rId8"/>
          </p:cNvPr>
          <p:cNvPicPr preferRelativeResize="0"/>
          <p:nvPr/>
        </p:nvPicPr>
        <p:blipFill>
          <a:blip r:embed="rId9">
            <a:alphaModFix/>
          </a:blip>
          <a:stretch>
            <a:fillRect/>
          </a:stretch>
        </p:blipFill>
        <p:spPr>
          <a:xfrm>
            <a:off x="5919350" y="2475725"/>
            <a:ext cx="2544045" cy="1431025"/>
          </a:xfrm>
          <a:prstGeom prst="rect">
            <a:avLst/>
          </a:prstGeom>
          <a:noFill/>
          <a:ln>
            <a:noFill/>
          </a:ln>
        </p:spPr>
      </p:pic>
      <p:pic>
        <p:nvPicPr>
          <p:cNvPr descr="1.8 million kilograms of the UK's plastic waste is exported to other countries every single day. What would it look like if that exact amount was dumped on Downing Street?&#10;&#10;Credits&#10;&#10;Concept &amp; Production - Studio Birthplace&#10;Co-Production / Directors’ Representation UK - Park Village&#10;CG Production - Method &amp; Madness&#10;Directors - Jorik Dozy &amp; Sil van der Woerd&#10;&#10;Voiceover:&#10;Matt Forde - Boris Johnson&#10;Jon Culshaw - Michael Gove" id="579" name="Google Shape;579;p64" title="Wasteminster: A Downing Street Disaster">
            <a:hlinkClick r:id="rId10"/>
          </p:cNvPr>
          <p:cNvPicPr preferRelativeResize="0"/>
          <p:nvPr/>
        </p:nvPicPr>
        <p:blipFill>
          <a:blip r:embed="rId11">
            <a:alphaModFix/>
          </a:blip>
          <a:stretch>
            <a:fillRect/>
          </a:stretch>
        </p:blipFill>
        <p:spPr>
          <a:xfrm>
            <a:off x="8650425" y="2470746"/>
            <a:ext cx="2544050" cy="1431028"/>
          </a:xfrm>
          <a:prstGeom prst="rect">
            <a:avLst/>
          </a:prstGeom>
          <a:noFill/>
          <a:ln>
            <a:noFill/>
          </a:ln>
        </p:spPr>
      </p:pic>
      <p:pic>
        <p:nvPicPr>
          <p:cNvPr descr="A dog’s tail is one of the purest expressions of joy. So, what if we translated that joy into music? Pedigree turned dogs' tails into conductors in an experiment filmed live at the Polish Radio. &#10; &#10;Check out our Pedigree Tail Orchestra experiment and listen to the symphonies now on Spotify here: https://open.spotify.com/album/1lni2IVDhmEWpaobo80xfJ?si=352gyhl_Q9qI2Amr0BIpAw&amp;nd=1&amp;dlsi=86c9612e5a7f4eaf&#10;&#10;For every stream we’ll donate to the Pedigree Foundation!" id="580" name="Google Shape;580;p64" title="PEDIGREE® Tail Orchestra">
            <a:hlinkClick r:id="rId12"/>
          </p:cNvPr>
          <p:cNvPicPr preferRelativeResize="0"/>
          <p:nvPr/>
        </p:nvPicPr>
        <p:blipFill>
          <a:blip r:embed="rId13">
            <a:alphaModFix/>
          </a:blip>
          <a:stretch>
            <a:fillRect/>
          </a:stretch>
        </p:blipFill>
        <p:spPr>
          <a:xfrm>
            <a:off x="11381500" y="2475725"/>
            <a:ext cx="2544045" cy="1431025"/>
          </a:xfrm>
          <a:prstGeom prst="rect">
            <a:avLst/>
          </a:prstGeom>
          <a:noFill/>
          <a:ln>
            <a:noFill/>
          </a:ln>
        </p:spPr>
      </p:pic>
      <p:pic>
        <p:nvPicPr>
          <p:cNvPr id="581" name="Google Shape;581;p64" title="BURGER TO KING - Happiness - CANNES LIONS 2025">
            <a:hlinkClick r:id="rId14"/>
          </p:cNvPr>
          <p:cNvPicPr preferRelativeResize="0"/>
          <p:nvPr/>
        </p:nvPicPr>
        <p:blipFill>
          <a:blip r:embed="rId15">
            <a:alphaModFix/>
          </a:blip>
          <a:stretch>
            <a:fillRect/>
          </a:stretch>
        </p:blipFill>
        <p:spPr>
          <a:xfrm>
            <a:off x="14077425" y="2470750"/>
            <a:ext cx="2411245" cy="1356325"/>
          </a:xfrm>
          <a:prstGeom prst="rect">
            <a:avLst/>
          </a:prstGeom>
          <a:noFill/>
          <a:ln>
            <a:noFill/>
          </a:ln>
        </p:spPr>
      </p:pic>
      <p:pic>
        <p:nvPicPr>
          <p:cNvPr descr="This commercial from Epuron has done the a fantastic job in giving charactor to something as lifeless and mundane as the wind.&#10;&#10;Credits: Epuron&#10;&#10;Please visit and subscribe to www.youtube.com/MadOverAd to watch more amazing commercials from around the world." id="582" name="Google Shape;582;p64" title="Mr. Wind by Epuron">
            <a:hlinkClick r:id="rId16"/>
          </p:cNvPr>
          <p:cNvPicPr preferRelativeResize="0"/>
          <p:nvPr/>
        </p:nvPicPr>
        <p:blipFill>
          <a:blip r:embed="rId17">
            <a:alphaModFix/>
          </a:blip>
          <a:stretch>
            <a:fillRect/>
          </a:stretch>
        </p:blipFill>
        <p:spPr>
          <a:xfrm>
            <a:off x="457200" y="4059150"/>
            <a:ext cx="2544045" cy="1431025"/>
          </a:xfrm>
          <a:prstGeom prst="rect">
            <a:avLst/>
          </a:prstGeom>
          <a:noFill/>
          <a:ln>
            <a:noFill/>
          </a:ln>
        </p:spPr>
      </p:pic>
      <p:pic>
        <p:nvPicPr>
          <p:cNvPr descr="Game not over.&#10;It’s time to take back control.&#10;Presenting “Your Way Out,” the extended cut.&#10;&#10;Learn more at www.coinbase.com&#10;&#10;✅ Subscribe to our channel here: https://www.youtube.com/channel/UCofTOFX4QuhT8OY-3-fFRFw/?sub_confirmation=1&#10;&#10;#coinbase #crypto #bitcoin #blockchain &#10;&#10;__&#10;&#10;This content is being provided to you for informational purposes only. Nothing discussed in this video is intended to be investment advice. This content, and any information contained therein, does not constitute a recommendation by Coinbase to buy, sell or hold any security, financial product or instrument referenced in the content." id="583" name="Google Shape;583;p64" title="Your Way Out | Extended Cut">
            <a:hlinkClick r:id="rId18"/>
          </p:cNvPr>
          <p:cNvPicPr preferRelativeResize="0"/>
          <p:nvPr/>
        </p:nvPicPr>
        <p:blipFill>
          <a:blip r:embed="rId19">
            <a:alphaModFix/>
          </a:blip>
          <a:stretch>
            <a:fillRect/>
          </a:stretch>
        </p:blipFill>
        <p:spPr>
          <a:xfrm>
            <a:off x="3188274" y="4059150"/>
            <a:ext cx="2544045" cy="1431025"/>
          </a:xfrm>
          <a:prstGeom prst="rect">
            <a:avLst/>
          </a:prstGeom>
          <a:noFill/>
          <a:ln>
            <a:noFill/>
          </a:ln>
        </p:spPr>
      </p:pic>
      <p:pic>
        <p:nvPicPr>
          <p:cNvPr descr="CONCEPT &amp; STORY&#10;Life Is a Beautiful Sport&#10;Agency: Betc&#10;Director: Megaforce&#10;Executive Creative Director: Rémi Babinet&#10;Creative Director: Aurélie Scalabre, Olivier Aumard, Damien Bellon&#10;Art Director: Aurélie Scalabre&#10;Copywriter: Olivier Aumard&#10;Strategist: Philippe Martin-Davies&#10;Starring: Oulaya Amamra, Kevin Azaïs&#10;Production Company: Iconoclast&#10;DoP: Bradford Young&#10;Editorial Company: Final Cut&#10;Editor: Joe Guest&#10;Post Production: Time Based Arts&#10;VFX Supervisor: Federico Vanone&#10;VFX Producer: Josh Robinson&#10;Colourist: Lewis Crossfield&#10;Lead Flame: Thiago Dantas&#10;Flame Artists: Shel Gardner, Leo Weston, Adam Paterson, Jamie Crofts, Stephen Grasso, David Birkill, Matt Jackson.&#10;Music Creative Director: Christophe Caurret&#10;Song: Edith Piaf - L'hymne à l'amour&#10;Country: France&#10;Released: May 2019&#10;&#10;----------------------------------------------------------------------------------------------------------------------&#10;► Subscribe to Dot Coach on YouTube Channel: https://bit.ly/2WRtg3z&#10;----------------------------------------------------------------------------------------------------------------------&#10;&#10;Follow our Official Social Media Pages&#10;► INSTAGRAM - https://www.instagram.com/liveurimagine&#10;► FACEBOOK - https://www.facebook.com/liveurimagine&#10;&#10;----------------------------------------------------------------------------------------------------------------------&#10;&#10;TO SEE DOT COACH BUSINESS PROFILE PLEASE VISIT&#10;► Our Website - https://linktr.ee/hicoach&#10;&#10;----------------------------------------------------------------------------------------------------------------------&#10;CALL FOR BUSINESS CONSULTING: +91 22 4013 1495&#10;WHAT’SAPP FOR BUSINESS CONSULTING: +91 22 3558 0108&#10;----------------------------------------------------------------------------------------------------------------------&#10;&#10;ABOUT DOT COACH&#10;WE FOSTER HUMAN CONNECTION THROUGH INSIGHTFUL STRATEGIES, SOPHISTICATED DESIGN, AND IMPACTFUL DIGITAL EXPERIENCES.&#10;We are coaches, and we know how to coach your brand, your product, and your business. Just as a young boy prepares himself to enter the market, we also prepare you to market your product and business in some different and different ways and present it to the customer in a creative way. and keep their focus on your product and business.&#10;&#10;DIGITAL STRATEGY&#10;Our roots are steeped in deciphering a brand’s core audience and connecting through poignant visuals and messages in the appropriate digital channels to drive value. We were born from digital—it is our core capability of communication and essential for business growth.&#10;&#10;BRAND WEBSITES&#10;As your modern-day business card, your website is a digital biopsy of your essence. Through qualitative and quantitative research and analysis, we distill the essence of your brand and express it through user-centric design to create a bespoke digital experience.&#10;&#10;#dotcoach #advertising #agency &#10;#digital #branding #video #production #influencer #designing #communication&#10;&#10;SERVICES OF DOT COACH&#10;Brand Consulting&#10;Digital Media&#10;Social Media&#10;Graphic Designing&#10;Packaging Designing&#10;Video Production&#10;Influencer Marketing&#10;Apps&#10;UI/UX&#10;&#10;https://bit.ly/3aRMysY" id="584" name="Google Shape;584;p64" title="LACOSTE || LIFE IS A BEAUTIFUL SPORT || CROCODILE INSIDE #crocodile">
            <a:hlinkClick r:id="rId20"/>
          </p:cNvPr>
          <p:cNvPicPr preferRelativeResize="0"/>
          <p:nvPr/>
        </p:nvPicPr>
        <p:blipFill>
          <a:blip r:embed="rId21">
            <a:alphaModFix/>
          </a:blip>
          <a:stretch>
            <a:fillRect/>
          </a:stretch>
        </p:blipFill>
        <p:spPr>
          <a:xfrm>
            <a:off x="5919350" y="4059159"/>
            <a:ext cx="2544050" cy="1431016"/>
          </a:xfrm>
          <a:prstGeom prst="rect">
            <a:avLst/>
          </a:prstGeom>
          <a:noFill/>
          <a:ln>
            <a:noFill/>
          </a:ln>
        </p:spPr>
      </p:pic>
      <p:pic>
        <p:nvPicPr>
          <p:cNvPr descr="I could not find the original video in good quality on YouTube, so I decided to search for it and upload the Full HD Version. Enjoy." id="585" name="Google Shape;585;p64" title="Apple HomePod - Welcome Home (Spike Jonze)  [Full HD]">
            <a:hlinkClick r:id="rId22"/>
          </p:cNvPr>
          <p:cNvPicPr preferRelativeResize="0"/>
          <p:nvPr/>
        </p:nvPicPr>
        <p:blipFill>
          <a:blip r:embed="rId23">
            <a:alphaModFix/>
          </a:blip>
          <a:stretch>
            <a:fillRect/>
          </a:stretch>
        </p:blipFill>
        <p:spPr>
          <a:xfrm>
            <a:off x="8650425" y="4059150"/>
            <a:ext cx="2544050" cy="1431028"/>
          </a:xfrm>
          <a:prstGeom prst="rect">
            <a:avLst/>
          </a:prstGeom>
          <a:noFill/>
          <a:ln>
            <a:noFill/>
          </a:ln>
        </p:spPr>
      </p:pic>
      <p:pic>
        <p:nvPicPr>
          <p:cNvPr descr="WHY CELEBRATE WITH CAKE, WHEN THERE’S KFC.&#10;&#10;To mark 40 years of finger-lickin’ good chicken in Thailand, KFC has whipped up something as bold and unique as its world-famous fried chicken: a surreal new TV ad that’s all about cake. Yes, cake!&#10;&#10;The ad follows the bizarre and hilarious journey of a man trying to navigate a Bangkok crumbling into cake as he races to find out if his favourite fried chicken is still fried chicken. And even though his TV remote, his scooter, and even his beloved girlfriend turn to cake, there’s only one thing on his mind, KFC. “It’s a whirlwind of sugary chaos that perfectly captures the spirit of Thai people’s obsession with the taste of KFC.” says snr copywriter Justin Gomes.  “The ad is more than just a celebration – it’s a testament to KFC’s bold creative ambition.” adds KFC CMO, Suhayl Limbada.&#10;&#10;Created by creative agency Bananas in collaboration with Brains &amp; Brawn, and directed by the witty Bruno Bossi of Carbon Films, the campaign blends quirky storytelling with stunning visuals, making it a true feast for the senses.&#10;&#10;“Creating this world was incredibly rewarding and terrifying at the same time. Striking the balance of comedy, reality and total chaos while still staying true to the KFC brand world came with its challenges, but ultimately allowed us to create a unique piece of work.&quot;, says director Bruno Bossi. &#10;&#10;Audio: Howard Audio&#10;Sound design &amp; Final Mix: Paul Theodorou&#10;Original Music: Adam Howard&#10;&#10;Suhayl Limbada : Market Lead &amp; CMO&#10;Patra Patrasuwan : Associated Director Brand Experience&#10;Mike Wood :  Head of Brand&#10;Chayapa Jamnarnwej : Senior Marketing Manager&#10;Chutinan Nateerattana : Marketing Manager&#10;Morakot Nirannoot : Senior Brand Manager&#10;&#10;Creative Lead Agency: Bananas&#10;Creative Director: Saf Sindhi&#10;Senior Copywriter: Justin Gomes&#10;Senior Art Director: Sean Harrison &#10;&#10;&#10;Secondary Agency: Brains &amp; Brawn Co. Ltd&#10;&#10;Production House: Carbon Films &#10;Director: Bruno Bossi&#10;Executive Producer: Kirsten Clarence&#10;&#10;DOP: Liam Gilmour&#10;Thai Production House: Ta Prod&#10;Executive Producer: Louis Ditapichai&#10;Line Producer: Aey Anaman&#10;Production Manager: Gino Kiek&#10;Production Co: Best Thanyachanok&#10;1st AD. : Patra Kanchanamek&#10;Art Director:  Nopphadol Arkart&#10;Location Manager: Poonsak Ponintawong&#10;Wardrobe Stylist: Tipporn Thammasan&#10;Casting Director: Tipwarin Luthisotvithi&#10;&#10;Editor: Julian Redpath&#10;Colourist: Nic Apostoli&#10;Online &amp; VFX: Marco Raposa de Barbosa&#10;&#10;Audio: Howard Audio&#10;Sound design &amp; Final Mix: Paul Theodorou&#10;Original Music: Adam Howard" id="586" name="Google Shape;586;p64" title="KFC 40th &quot;Cake&quot; - 2min commercial">
            <a:hlinkClick r:id="rId24"/>
          </p:cNvPr>
          <p:cNvPicPr preferRelativeResize="0"/>
          <p:nvPr/>
        </p:nvPicPr>
        <p:blipFill>
          <a:blip r:embed="rId25">
            <a:alphaModFix/>
          </a:blip>
          <a:stretch>
            <a:fillRect/>
          </a:stretch>
        </p:blipFill>
        <p:spPr>
          <a:xfrm>
            <a:off x="11381500" y="4059150"/>
            <a:ext cx="2544050" cy="143101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7"/>
                                        </p:tgtEl>
                                        <p:attrNameLst>
                                          <p:attrName>style.visibility</p:attrName>
                                        </p:attrNameLst>
                                      </p:cBhvr>
                                      <p:to>
                                        <p:strVal val="visible"/>
                                      </p:to>
                                    </p:set>
                                    <p:animEffect filter="fade" transition="in">
                                      <p:cBhvr>
                                        <p:cTn dur="1000"/>
                                        <p:tgtEl>
                                          <p:spTgt spid="5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8"/>
                                        </p:tgtEl>
                                        <p:attrNameLst>
                                          <p:attrName>style.visibility</p:attrName>
                                        </p:attrNameLst>
                                      </p:cBhvr>
                                      <p:to>
                                        <p:strVal val="visible"/>
                                      </p:to>
                                    </p:set>
                                    <p:animEffect filter="fade" transition="in">
                                      <p:cBhvr>
                                        <p:cTn dur="1000"/>
                                        <p:tgtEl>
                                          <p:spTgt spid="5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9"/>
                                        </p:tgtEl>
                                        <p:attrNameLst>
                                          <p:attrName>style.visibility</p:attrName>
                                        </p:attrNameLst>
                                      </p:cBhvr>
                                      <p:to>
                                        <p:strVal val="visible"/>
                                      </p:to>
                                    </p:set>
                                    <p:animEffect filter="fade" transition="in">
                                      <p:cBhvr>
                                        <p:cTn dur="1000"/>
                                        <p:tgtEl>
                                          <p:spTgt spid="5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0"/>
                                        </p:tgtEl>
                                        <p:attrNameLst>
                                          <p:attrName>style.visibility</p:attrName>
                                        </p:attrNameLst>
                                      </p:cBhvr>
                                      <p:to>
                                        <p:strVal val="visible"/>
                                      </p:to>
                                    </p:set>
                                    <p:animEffect filter="fade" transition="in">
                                      <p:cBhvr>
                                        <p:cTn dur="1000"/>
                                        <p:tgtEl>
                                          <p:spTgt spid="5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2"/>
                                        </p:tgtEl>
                                        <p:attrNameLst>
                                          <p:attrName>style.visibility</p:attrName>
                                        </p:attrNameLst>
                                      </p:cBhvr>
                                      <p:to>
                                        <p:strVal val="visible"/>
                                      </p:to>
                                    </p:set>
                                    <p:animEffect filter="fade" transition="in">
                                      <p:cBhvr>
                                        <p:cTn dur="1000"/>
                                        <p:tgtEl>
                                          <p:spTgt spid="5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3"/>
                                        </p:tgtEl>
                                        <p:attrNameLst>
                                          <p:attrName>style.visibility</p:attrName>
                                        </p:attrNameLst>
                                      </p:cBhvr>
                                      <p:to>
                                        <p:strVal val="visible"/>
                                      </p:to>
                                    </p:set>
                                    <p:animEffect filter="fade" transition="in">
                                      <p:cBhvr>
                                        <p:cTn dur="1000"/>
                                        <p:tgtEl>
                                          <p:spTgt spid="5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4"/>
                                        </p:tgtEl>
                                        <p:attrNameLst>
                                          <p:attrName>style.visibility</p:attrName>
                                        </p:attrNameLst>
                                      </p:cBhvr>
                                      <p:to>
                                        <p:strVal val="visible"/>
                                      </p:to>
                                    </p:set>
                                    <p:animEffect filter="fade" transition="in">
                                      <p:cBhvr>
                                        <p:cTn dur="1000"/>
                                        <p:tgtEl>
                                          <p:spTgt spid="5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5"/>
                                        </p:tgtEl>
                                        <p:attrNameLst>
                                          <p:attrName>style.visibility</p:attrName>
                                        </p:attrNameLst>
                                      </p:cBhvr>
                                      <p:to>
                                        <p:strVal val="visible"/>
                                      </p:to>
                                    </p:set>
                                    <p:animEffect filter="fade" transition="in">
                                      <p:cBhvr>
                                        <p:cTn dur="1000"/>
                                        <p:tgtEl>
                                          <p:spTgt spid="5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6"/>
                                        </p:tgtEl>
                                        <p:attrNameLst>
                                          <p:attrName>style.visibility</p:attrName>
                                        </p:attrNameLst>
                                      </p:cBhvr>
                                      <p:to>
                                        <p:strVal val="visible"/>
                                      </p:to>
                                    </p:set>
                                    <p:animEffect filter="fade" transition="in">
                                      <p:cBhvr>
                                        <p:cTn dur="1000"/>
                                        <p:tgtEl>
                                          <p:spTgt spid="5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90" name="Shape 590"/>
        <p:cNvGrpSpPr/>
        <p:nvPr/>
      </p:nvGrpSpPr>
      <p:grpSpPr>
        <a:xfrm>
          <a:off x="0" y="0"/>
          <a:ext cx="0" cy="0"/>
          <a:chOff x="0" y="0"/>
          <a:chExt cx="0" cy="0"/>
        </a:xfrm>
      </p:grpSpPr>
      <p:pic>
        <p:nvPicPr>
          <p:cNvPr id="591" name="Google Shape;591;p65"/>
          <p:cNvPicPr preferRelativeResize="0"/>
          <p:nvPr/>
        </p:nvPicPr>
        <p:blipFill rotWithShape="1">
          <a:blip r:embed="rId3">
            <a:alphaModFix/>
          </a:blip>
          <a:srcRect b="50" l="0" r="0" t="40"/>
          <a:stretch/>
        </p:blipFill>
        <p:spPr>
          <a:xfrm>
            <a:off x="-2008100" y="1008075"/>
            <a:ext cx="9708726" cy="8405051"/>
          </a:xfrm>
          <a:prstGeom prst="rect">
            <a:avLst/>
          </a:prstGeom>
          <a:noFill/>
          <a:ln>
            <a:noFill/>
          </a:ln>
        </p:spPr>
      </p:pic>
      <p:sp>
        <p:nvSpPr>
          <p:cNvPr id="592" name="Google Shape;592;p65"/>
          <p:cNvSpPr txBox="1"/>
          <p:nvPr/>
        </p:nvSpPr>
        <p:spPr>
          <a:xfrm>
            <a:off x="13700125" y="7672700"/>
            <a:ext cx="4052400" cy="1342800"/>
          </a:xfrm>
          <a:prstGeom prst="rect">
            <a:avLst/>
          </a:prstGeom>
          <a:noFill/>
          <a:ln>
            <a:noFill/>
          </a:ln>
        </p:spPr>
        <p:txBody>
          <a:bodyPr anchorCtr="0" anchor="t" bIns="182850" lIns="182850" spcFirstLastPara="1" rIns="182850" wrap="square" tIns="182850">
            <a:noAutofit/>
          </a:bodyPr>
          <a:lstStyle/>
          <a:p>
            <a:pPr indent="0" lvl="0" marL="0" rtl="0" algn="l">
              <a:lnSpc>
                <a:spcPct val="140000"/>
              </a:lnSpc>
              <a:spcBef>
                <a:spcPts val="0"/>
              </a:spcBef>
              <a:spcAft>
                <a:spcPts val="0"/>
              </a:spcAft>
              <a:buClr>
                <a:schemeClr val="dk1"/>
              </a:buClr>
              <a:buSzPts val="1200"/>
              <a:buFont typeface="Arial"/>
              <a:buNone/>
            </a:pPr>
            <a:r>
              <a:rPr lang="en" sz="1200">
                <a:solidFill>
                  <a:srgbClr val="EBEBEB"/>
                </a:solidFill>
                <a:latin typeface="Inter"/>
                <a:ea typeface="Inter"/>
                <a:cs typeface="Inter"/>
                <a:sym typeface="Inter"/>
              </a:rPr>
              <a:t>Cодержание настоящего </a:t>
            </a:r>
            <a:br>
              <a:rPr lang="en" sz="1200">
                <a:solidFill>
                  <a:srgbClr val="EBEBEB"/>
                </a:solidFill>
                <a:latin typeface="Inter"/>
                <a:ea typeface="Inter"/>
                <a:cs typeface="Inter"/>
                <a:sym typeface="Inter"/>
              </a:rPr>
            </a:br>
            <a:r>
              <a:rPr lang="en" sz="1200">
                <a:solidFill>
                  <a:srgbClr val="EBEBEB"/>
                </a:solidFill>
                <a:latin typeface="Inter"/>
                <a:ea typeface="Inter"/>
                <a:cs typeface="Inter"/>
                <a:sym typeface="Inter"/>
              </a:rPr>
              <a:t>документа является </a:t>
            </a:r>
            <a:br>
              <a:rPr lang="en" sz="1200">
                <a:solidFill>
                  <a:srgbClr val="EBEBEB"/>
                </a:solidFill>
                <a:latin typeface="Inter"/>
                <a:ea typeface="Inter"/>
                <a:cs typeface="Inter"/>
                <a:sym typeface="Inter"/>
              </a:rPr>
            </a:br>
            <a:r>
              <a:rPr lang="en" sz="1200">
                <a:solidFill>
                  <a:srgbClr val="EBEBEB"/>
                </a:solidFill>
                <a:latin typeface="Inter"/>
                <a:ea typeface="Inter"/>
                <a:cs typeface="Inter"/>
                <a:sym typeface="Inter"/>
              </a:rPr>
              <a:t>коммерческой тайной </a:t>
            </a:r>
            <a:endParaRPr sz="1200">
              <a:solidFill>
                <a:srgbClr val="EBEBEB"/>
              </a:solidFill>
              <a:latin typeface="Inter"/>
              <a:ea typeface="Inter"/>
              <a:cs typeface="Inter"/>
              <a:sym typeface="Inter"/>
            </a:endParaRPr>
          </a:p>
          <a:p>
            <a:pPr indent="0" lvl="0" marL="0" rtl="0" algn="l">
              <a:lnSpc>
                <a:spcPct val="140000"/>
              </a:lnSpc>
              <a:spcBef>
                <a:spcPts val="0"/>
              </a:spcBef>
              <a:spcAft>
                <a:spcPts val="0"/>
              </a:spcAft>
              <a:buClr>
                <a:schemeClr val="dk1"/>
              </a:buClr>
              <a:buSzPts val="1200"/>
              <a:buFont typeface="Arial"/>
              <a:buNone/>
            </a:pPr>
            <a:r>
              <a:rPr lang="en" sz="1200">
                <a:solidFill>
                  <a:srgbClr val="EBEBEB"/>
                </a:solidFill>
                <a:latin typeface="Inter"/>
                <a:ea typeface="Inter"/>
                <a:cs typeface="Inter"/>
                <a:sym typeface="Inter"/>
              </a:rPr>
              <a:t>Got Added Value LLC</a:t>
            </a:r>
            <a:endParaRPr sz="1200">
              <a:solidFill>
                <a:srgbClr val="EBEBEB"/>
              </a:solidFill>
              <a:latin typeface="Inter"/>
              <a:ea typeface="Inter"/>
              <a:cs typeface="Inter"/>
              <a:sym typeface="Inter"/>
            </a:endParaRPr>
          </a:p>
          <a:p>
            <a:pPr indent="0" lvl="0" marL="0" rtl="0" algn="l">
              <a:lnSpc>
                <a:spcPct val="140000"/>
              </a:lnSpc>
              <a:spcBef>
                <a:spcPts val="0"/>
              </a:spcBef>
              <a:spcAft>
                <a:spcPts val="0"/>
              </a:spcAft>
              <a:buClr>
                <a:schemeClr val="dk1"/>
              </a:buClr>
              <a:buSzPts val="1200"/>
              <a:buFont typeface="Arial"/>
              <a:buNone/>
            </a:pPr>
            <a:r>
              <a:t/>
            </a:r>
            <a:endParaRPr sz="1200">
              <a:solidFill>
                <a:srgbClr val="EBEBEB"/>
              </a:solidFill>
              <a:latin typeface="Inter"/>
              <a:ea typeface="Inter"/>
              <a:cs typeface="Inter"/>
              <a:sym typeface="Inter"/>
            </a:endParaRPr>
          </a:p>
          <a:p>
            <a:pPr indent="0" lvl="0" marL="0" rtl="0" algn="l">
              <a:lnSpc>
                <a:spcPct val="140000"/>
              </a:lnSpc>
              <a:spcBef>
                <a:spcPts val="0"/>
              </a:spcBef>
              <a:spcAft>
                <a:spcPts val="0"/>
              </a:spcAft>
              <a:buClr>
                <a:srgbClr val="000000"/>
              </a:buClr>
              <a:buSzPts val="1200"/>
              <a:buFont typeface="Arial"/>
              <a:buNone/>
            </a:pPr>
            <a:r>
              <a:t/>
            </a:r>
            <a:endParaRPr sz="1200">
              <a:solidFill>
                <a:srgbClr val="EBEBEB"/>
              </a:solidFill>
              <a:latin typeface="Inter"/>
              <a:ea typeface="Inter"/>
              <a:cs typeface="Inter"/>
              <a:sym typeface="Inter"/>
            </a:endParaRPr>
          </a:p>
        </p:txBody>
      </p:sp>
      <p:pic>
        <p:nvPicPr>
          <p:cNvPr id="593" name="Google Shape;593;p65"/>
          <p:cNvPicPr preferRelativeResize="0"/>
          <p:nvPr/>
        </p:nvPicPr>
        <p:blipFill rotWithShape="1">
          <a:blip r:embed="rId4">
            <a:alphaModFix/>
          </a:blip>
          <a:srcRect b="0" l="0" r="0" t="0"/>
          <a:stretch/>
        </p:blipFill>
        <p:spPr>
          <a:xfrm>
            <a:off x="11006050" y="3832200"/>
            <a:ext cx="1917527" cy="369825"/>
          </a:xfrm>
          <a:prstGeom prst="rect">
            <a:avLst/>
          </a:prstGeom>
          <a:noFill/>
          <a:ln>
            <a:noFill/>
          </a:ln>
        </p:spPr>
      </p:pic>
      <p:sp>
        <p:nvSpPr>
          <p:cNvPr id="594" name="Google Shape;594;p65"/>
          <p:cNvSpPr txBox="1"/>
          <p:nvPr/>
        </p:nvSpPr>
        <p:spPr>
          <a:xfrm>
            <a:off x="7064650" y="7587000"/>
            <a:ext cx="6057600" cy="22428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None/>
            </a:pPr>
            <a:r>
              <a:rPr lang="en" sz="2000">
                <a:solidFill>
                  <a:srgbClr val="EBEBEB"/>
                </a:solidFill>
                <a:latin typeface="Inter"/>
                <a:ea typeface="Inter"/>
                <a:cs typeface="Inter"/>
                <a:sym typeface="Inter"/>
              </a:rPr>
              <a:t>Перестаньте молиться на идеи</a:t>
            </a:r>
            <a:endParaRPr sz="2000">
              <a:solidFill>
                <a:srgbClr val="EBEBEB"/>
              </a:solidFill>
              <a:latin typeface="Inter"/>
              <a:ea typeface="Inter"/>
              <a:cs typeface="Inter"/>
              <a:sym typeface="Inter"/>
            </a:endParaRPr>
          </a:p>
        </p:txBody>
      </p:sp>
      <p:sp>
        <p:nvSpPr>
          <p:cNvPr id="595" name="Google Shape;595;p65"/>
          <p:cNvSpPr txBox="1"/>
          <p:nvPr/>
        </p:nvSpPr>
        <p:spPr>
          <a:xfrm>
            <a:off x="240150" y="0"/>
            <a:ext cx="8966400" cy="29886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7000">
                <a:solidFill>
                  <a:srgbClr val="EBEBEB"/>
                </a:solidFill>
                <a:latin typeface="Inter Medium"/>
                <a:ea typeface="Inter Medium"/>
                <a:cs typeface="Inter Medium"/>
                <a:sym typeface="Inter Medium"/>
              </a:rPr>
              <a:t>Спасибо</a:t>
            </a:r>
            <a:endParaRPr sz="7000">
              <a:solidFill>
                <a:srgbClr val="EBEBEB"/>
              </a:solidFill>
              <a:latin typeface="Inter Medium"/>
              <a:ea typeface="Inter Medium"/>
              <a:cs typeface="Inter Medium"/>
              <a:sym typeface="Inter Medium"/>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