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0287000" cx="18288000"/>
  <p:notesSz cx="6858000" cy="9144000"/>
  <p:embeddedFontLst>
    <p:embeddedFont>
      <p:font typeface="Inter"/>
      <p:regular r:id="rId27"/>
      <p:bold r:id="rId28"/>
      <p:italic r:id="rId29"/>
      <p:boldItalic r:id="rId30"/>
    </p:embeddedFont>
    <p:embeddedFont>
      <p:font typeface="Inter Medium"/>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A4A3A4"/>
          </p15:clr>
        </p15:guide>
        <p15:guide id="2" pos="5760">
          <p15:clr>
            <a:srgbClr val="A4A3A4"/>
          </p15:clr>
        </p15:guide>
        <p15:guide id="3" pos="288">
          <p15:clr>
            <a:srgbClr val="747775"/>
          </p15:clr>
        </p15:guide>
        <p15:guide id="4" orient="horz" pos="288">
          <p15:clr>
            <a:srgbClr val="747775"/>
          </p15:clr>
        </p15:guide>
        <p15:guide id="5" pos="11232">
          <p15:clr>
            <a:srgbClr val="747775"/>
          </p15:clr>
        </p15:guide>
        <p15:guide id="6" orient="horz" pos="619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 pos="288"/>
        <p:guide pos="288" orient="horz"/>
        <p:guide pos="11232"/>
        <p:guide pos="6192"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Medium-regular.fntdata"/><Relationship Id="rId30" Type="http://schemas.openxmlformats.org/officeDocument/2006/relationships/font" Target="fonts/Inter-boldItalic.fntdata"/><Relationship Id="rId11" Type="http://schemas.openxmlformats.org/officeDocument/2006/relationships/slide" Target="slides/slide6.xml"/><Relationship Id="rId33" Type="http://schemas.openxmlformats.org/officeDocument/2006/relationships/font" Target="fonts/InterMedium-italic.fntdata"/><Relationship Id="rId10" Type="http://schemas.openxmlformats.org/officeDocument/2006/relationships/slide" Target="slides/slide5.xml"/><Relationship Id="rId32" Type="http://schemas.openxmlformats.org/officeDocument/2006/relationships/font" Target="fonts/InterMedium-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InterMedium-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9b4b9a62c9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9b4b9a62c9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9b4b9a62c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9b4b9a62c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671e900941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671e900941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c6756382e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c6756382e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c6756382e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c6756382e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671e900941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671e900941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671e900941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671e900941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9f7fc43c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9f7fc43c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c6756382e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c6756382e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c6756382e6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c6756382e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c6756382e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c6756382e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c6756382e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c6756382e6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671e900941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671e900941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671e90094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671e90094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9f758c05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99f758c05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9f758c055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99f758c055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671e900941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671e900941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c6756382e6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c6756382e6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c6756382e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c6756382e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c6756382e6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c6756382e6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9b4b9a62c9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9b4b9a62c9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23417" y="1489150"/>
            <a:ext cx="17041200" cy="41052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1" name="Google Shape;11;p2"/>
          <p:cNvSpPr txBox="1"/>
          <p:nvPr>
            <p:ph idx="1" type="subTitle"/>
          </p:nvPr>
        </p:nvSpPr>
        <p:spPr>
          <a:xfrm>
            <a:off x="623400" y="5668250"/>
            <a:ext cx="17041200" cy="1585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2" name="Google Shape;12;p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623400" y="4301700"/>
            <a:ext cx="17041200" cy="1683600"/>
          </a:xfrm>
          <a:prstGeom prst="rect">
            <a:avLst/>
          </a:prstGeom>
        </p:spPr>
        <p:txBody>
          <a:bodyPr anchorCtr="0" anchor="ctr" bIns="182850" lIns="182850" spcFirstLastPara="1" rIns="182850" wrap="square" tIns="18285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5" name="Google Shape;15;p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 name="Google Shape;18;p4"/>
          <p:cNvSpPr txBox="1"/>
          <p:nvPr>
            <p:ph idx="1" type="body"/>
          </p:nvPr>
        </p:nvSpPr>
        <p:spPr>
          <a:xfrm>
            <a:off x="623400" y="2304950"/>
            <a:ext cx="17041200" cy="6832800"/>
          </a:xfrm>
          <a:prstGeom prst="rect">
            <a:avLst/>
          </a:prstGeom>
        </p:spPr>
        <p:txBody>
          <a:bodyPr anchorCtr="0" anchor="t"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19" name="Google Shape;19;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2" name="Google Shape;22;p5"/>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 name="Google Shape;23;p5"/>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 name="Google Shape;27;p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 name="Google Shape;30;p7"/>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1" name="Google Shape;31;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4" name="Google Shape;34;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8" name="Google Shape;38;p9"/>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9"/>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40" name="Google Shape;40;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a:lvl1pPr>
          </a:lstStyle>
          <a:p/>
        </p:txBody>
      </p:sp>
      <p:sp>
        <p:nvSpPr>
          <p:cNvPr id="43" name="Google Shape;43;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623400" y="2212250"/>
            <a:ext cx="17041200" cy="39270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24000"/>
              <a:buNone/>
              <a:defRPr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46" name="Google Shape;46;p11"/>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a:lvl1pPr>
            <a:lvl2pPr indent="-406400" lvl="1" marL="914400" algn="ctr">
              <a:spcBef>
                <a:spcPts val="0"/>
              </a:spcBef>
              <a:spcAft>
                <a:spcPts val="0"/>
              </a:spcAft>
              <a:buSzPts val="2800"/>
              <a:buChar char="○"/>
              <a:defRPr/>
            </a:lvl2pPr>
            <a:lvl3pPr indent="-406400" lvl="2" marL="1371600" algn="ctr">
              <a:spcBef>
                <a:spcPts val="0"/>
              </a:spcBef>
              <a:spcAft>
                <a:spcPts val="0"/>
              </a:spcAft>
              <a:buSzPts val="2800"/>
              <a:buChar char="■"/>
              <a:defRPr/>
            </a:lvl3pPr>
            <a:lvl4pPr indent="-406400" lvl="3" marL="1828800" algn="ctr">
              <a:spcBef>
                <a:spcPts val="0"/>
              </a:spcBef>
              <a:spcAft>
                <a:spcPts val="0"/>
              </a:spcAft>
              <a:buSzPts val="2800"/>
              <a:buChar char="●"/>
              <a:defRPr/>
            </a:lvl4pPr>
            <a:lvl5pPr indent="-406400" lvl="4" marL="2286000" algn="ctr">
              <a:spcBef>
                <a:spcPts val="0"/>
              </a:spcBef>
              <a:spcAft>
                <a:spcPts val="0"/>
              </a:spcAft>
              <a:buSzPts val="2800"/>
              <a:buChar char="○"/>
              <a:defRPr/>
            </a:lvl5pPr>
            <a:lvl6pPr indent="-406400" lvl="5" marL="2743200" algn="ctr">
              <a:spcBef>
                <a:spcPts val="0"/>
              </a:spcBef>
              <a:spcAft>
                <a:spcPts val="0"/>
              </a:spcAft>
              <a:buSzPts val="2800"/>
              <a:buChar char="■"/>
              <a:defRPr/>
            </a:lvl6pPr>
            <a:lvl7pPr indent="-406400" lvl="6" marL="3200400" algn="ctr">
              <a:spcBef>
                <a:spcPts val="0"/>
              </a:spcBef>
              <a:spcAft>
                <a:spcPts val="0"/>
              </a:spcAft>
              <a:buSzPts val="2800"/>
              <a:buChar char="●"/>
              <a:defRPr/>
            </a:lvl7pPr>
            <a:lvl8pPr indent="-406400" lvl="7" marL="3657600" algn="ctr">
              <a:spcBef>
                <a:spcPts val="0"/>
              </a:spcBef>
              <a:spcAft>
                <a:spcPts val="0"/>
              </a:spcAft>
              <a:buSzPts val="2800"/>
              <a:buChar char="○"/>
              <a:defRPr/>
            </a:lvl8pPr>
            <a:lvl9pPr indent="-406400" lvl="8" marL="4114800" algn="ctr">
              <a:spcBef>
                <a:spcPts val="0"/>
              </a:spcBef>
              <a:spcAft>
                <a:spcPts val="0"/>
              </a:spcAft>
              <a:buSzPts val="2800"/>
              <a:buChar char="■"/>
              <a:defRPr/>
            </a:lvl9pPr>
          </a:lstStyle>
          <a:p/>
        </p:txBody>
      </p:sp>
      <p:sp>
        <p:nvSpPr>
          <p:cNvPr id="47" name="Google Shape;47;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None/>
              <a:defRPr sz="5600">
                <a:solidFill>
                  <a:schemeClr val="dk1"/>
                </a:solidFill>
              </a:defRPr>
            </a:lvl1pPr>
            <a:lvl2pPr lvl="1">
              <a:spcBef>
                <a:spcPts val="0"/>
              </a:spcBef>
              <a:spcAft>
                <a:spcPts val="0"/>
              </a:spcAft>
              <a:buClr>
                <a:schemeClr val="dk1"/>
              </a:buClr>
              <a:buSzPts val="5600"/>
              <a:buNone/>
              <a:defRPr sz="5600">
                <a:solidFill>
                  <a:schemeClr val="dk1"/>
                </a:solidFill>
              </a:defRPr>
            </a:lvl2pPr>
            <a:lvl3pPr lvl="2">
              <a:spcBef>
                <a:spcPts val="0"/>
              </a:spcBef>
              <a:spcAft>
                <a:spcPts val="0"/>
              </a:spcAft>
              <a:buClr>
                <a:schemeClr val="dk1"/>
              </a:buClr>
              <a:buSzPts val="5600"/>
              <a:buNone/>
              <a:defRPr sz="5600">
                <a:solidFill>
                  <a:schemeClr val="dk1"/>
                </a:solidFill>
              </a:defRPr>
            </a:lvl3pPr>
            <a:lvl4pPr lvl="3">
              <a:spcBef>
                <a:spcPts val="0"/>
              </a:spcBef>
              <a:spcAft>
                <a:spcPts val="0"/>
              </a:spcAft>
              <a:buClr>
                <a:schemeClr val="dk1"/>
              </a:buClr>
              <a:buSzPts val="5600"/>
              <a:buNone/>
              <a:defRPr sz="5600">
                <a:solidFill>
                  <a:schemeClr val="dk1"/>
                </a:solidFill>
              </a:defRPr>
            </a:lvl4pPr>
            <a:lvl5pPr lvl="4">
              <a:spcBef>
                <a:spcPts val="0"/>
              </a:spcBef>
              <a:spcAft>
                <a:spcPts val="0"/>
              </a:spcAft>
              <a:buClr>
                <a:schemeClr val="dk1"/>
              </a:buClr>
              <a:buSzPts val="5600"/>
              <a:buNone/>
              <a:defRPr sz="5600">
                <a:solidFill>
                  <a:schemeClr val="dk1"/>
                </a:solidFill>
              </a:defRPr>
            </a:lvl5pPr>
            <a:lvl6pPr lvl="5">
              <a:spcBef>
                <a:spcPts val="0"/>
              </a:spcBef>
              <a:spcAft>
                <a:spcPts val="0"/>
              </a:spcAft>
              <a:buClr>
                <a:schemeClr val="dk1"/>
              </a:buClr>
              <a:buSzPts val="5600"/>
              <a:buNone/>
              <a:defRPr sz="5600">
                <a:solidFill>
                  <a:schemeClr val="dk1"/>
                </a:solidFill>
              </a:defRPr>
            </a:lvl6pPr>
            <a:lvl7pPr lvl="6">
              <a:spcBef>
                <a:spcPts val="0"/>
              </a:spcBef>
              <a:spcAft>
                <a:spcPts val="0"/>
              </a:spcAft>
              <a:buClr>
                <a:schemeClr val="dk1"/>
              </a:buClr>
              <a:buSzPts val="5600"/>
              <a:buNone/>
              <a:defRPr sz="5600">
                <a:solidFill>
                  <a:schemeClr val="dk1"/>
                </a:solidFill>
              </a:defRPr>
            </a:lvl7pPr>
            <a:lvl8pPr lvl="7">
              <a:spcBef>
                <a:spcPts val="0"/>
              </a:spcBef>
              <a:spcAft>
                <a:spcPts val="0"/>
              </a:spcAft>
              <a:buClr>
                <a:schemeClr val="dk1"/>
              </a:buClr>
              <a:buSzPts val="5600"/>
              <a:buNone/>
              <a:defRPr sz="5600">
                <a:solidFill>
                  <a:schemeClr val="dk1"/>
                </a:solidFill>
              </a:defRPr>
            </a:lvl8pPr>
            <a:lvl9pPr lvl="8">
              <a:spcBef>
                <a:spcPts val="0"/>
              </a:spcBef>
              <a:spcAft>
                <a:spcPts val="0"/>
              </a:spcAft>
              <a:buClr>
                <a:schemeClr val="dk1"/>
              </a:buClr>
              <a:buSzPts val="5600"/>
              <a:buNone/>
              <a:defRPr sz="5600">
                <a:solidFill>
                  <a:schemeClr val="dk1"/>
                </a:solidFill>
              </a:defRPr>
            </a:lvl9pPr>
          </a:lstStyle>
          <a:p/>
        </p:txBody>
      </p:sp>
      <p:sp>
        <p:nvSpPr>
          <p:cNvPr id="7" name="Google Shape;7;p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chemeClr val="dk2"/>
              </a:buClr>
              <a:buSzPts val="3600"/>
              <a:buChar char="●"/>
              <a:defRPr sz="3600">
                <a:solidFill>
                  <a:schemeClr val="dk2"/>
                </a:solidFill>
              </a:defRPr>
            </a:lvl1pPr>
            <a:lvl2pPr indent="-406400" lvl="1" marL="914400">
              <a:lnSpc>
                <a:spcPct val="115000"/>
              </a:lnSpc>
              <a:spcBef>
                <a:spcPts val="0"/>
              </a:spcBef>
              <a:spcAft>
                <a:spcPts val="0"/>
              </a:spcAft>
              <a:buClr>
                <a:schemeClr val="dk2"/>
              </a:buClr>
              <a:buSzPts val="2800"/>
              <a:buChar char="○"/>
              <a:defRPr sz="2800">
                <a:solidFill>
                  <a:schemeClr val="dk2"/>
                </a:solidFill>
              </a:defRPr>
            </a:lvl2pPr>
            <a:lvl3pPr indent="-406400" lvl="2" marL="1371600">
              <a:lnSpc>
                <a:spcPct val="115000"/>
              </a:lnSpc>
              <a:spcBef>
                <a:spcPts val="0"/>
              </a:spcBef>
              <a:spcAft>
                <a:spcPts val="0"/>
              </a:spcAft>
              <a:buClr>
                <a:schemeClr val="dk2"/>
              </a:buClr>
              <a:buSzPts val="2800"/>
              <a:buChar char="■"/>
              <a:defRPr sz="2800">
                <a:solidFill>
                  <a:schemeClr val="dk2"/>
                </a:solidFill>
              </a:defRPr>
            </a:lvl3pPr>
            <a:lvl4pPr indent="-406400" lvl="3" marL="1828800">
              <a:lnSpc>
                <a:spcPct val="115000"/>
              </a:lnSpc>
              <a:spcBef>
                <a:spcPts val="0"/>
              </a:spcBef>
              <a:spcAft>
                <a:spcPts val="0"/>
              </a:spcAft>
              <a:buClr>
                <a:schemeClr val="dk2"/>
              </a:buClr>
              <a:buSzPts val="2800"/>
              <a:buChar char="●"/>
              <a:defRPr sz="2800">
                <a:solidFill>
                  <a:schemeClr val="dk2"/>
                </a:solidFill>
              </a:defRPr>
            </a:lvl4pPr>
            <a:lvl5pPr indent="-406400" lvl="4" marL="2286000">
              <a:lnSpc>
                <a:spcPct val="115000"/>
              </a:lnSpc>
              <a:spcBef>
                <a:spcPts val="0"/>
              </a:spcBef>
              <a:spcAft>
                <a:spcPts val="0"/>
              </a:spcAft>
              <a:buClr>
                <a:schemeClr val="dk2"/>
              </a:buClr>
              <a:buSzPts val="2800"/>
              <a:buChar char="○"/>
              <a:defRPr sz="2800">
                <a:solidFill>
                  <a:schemeClr val="dk2"/>
                </a:solidFill>
              </a:defRPr>
            </a:lvl5pPr>
            <a:lvl6pPr indent="-406400" lvl="5" marL="2743200">
              <a:lnSpc>
                <a:spcPct val="115000"/>
              </a:lnSpc>
              <a:spcBef>
                <a:spcPts val="0"/>
              </a:spcBef>
              <a:spcAft>
                <a:spcPts val="0"/>
              </a:spcAft>
              <a:buClr>
                <a:schemeClr val="dk2"/>
              </a:buClr>
              <a:buSzPts val="2800"/>
              <a:buChar char="■"/>
              <a:defRPr sz="2800">
                <a:solidFill>
                  <a:schemeClr val="dk2"/>
                </a:solidFill>
              </a:defRPr>
            </a:lvl6pPr>
            <a:lvl7pPr indent="-406400" lvl="6" marL="3200400">
              <a:lnSpc>
                <a:spcPct val="115000"/>
              </a:lnSpc>
              <a:spcBef>
                <a:spcPts val="0"/>
              </a:spcBef>
              <a:spcAft>
                <a:spcPts val="0"/>
              </a:spcAft>
              <a:buClr>
                <a:schemeClr val="dk2"/>
              </a:buClr>
              <a:buSzPts val="2800"/>
              <a:buChar char="●"/>
              <a:defRPr sz="2800">
                <a:solidFill>
                  <a:schemeClr val="dk2"/>
                </a:solidFill>
              </a:defRPr>
            </a:lvl7pPr>
            <a:lvl8pPr indent="-406400" lvl="7" marL="3657600">
              <a:lnSpc>
                <a:spcPct val="115000"/>
              </a:lnSpc>
              <a:spcBef>
                <a:spcPts val="0"/>
              </a:spcBef>
              <a:spcAft>
                <a:spcPts val="0"/>
              </a:spcAft>
              <a:buClr>
                <a:schemeClr val="dk2"/>
              </a:buClr>
              <a:buSzPts val="2800"/>
              <a:buChar char="○"/>
              <a:defRPr sz="2800">
                <a:solidFill>
                  <a:schemeClr val="dk2"/>
                </a:solidFill>
              </a:defRPr>
            </a:lvl8pPr>
            <a:lvl9pPr indent="-406400" lvl="8" marL="4114800">
              <a:lnSpc>
                <a:spcPct val="115000"/>
              </a:lnSpc>
              <a:spcBef>
                <a:spcPts val="0"/>
              </a:spcBef>
              <a:spcAft>
                <a:spcPts val="0"/>
              </a:spcAft>
              <a:buClr>
                <a:schemeClr val="dk2"/>
              </a:buClr>
              <a:buSzPts val="2800"/>
              <a:buChar char="■"/>
              <a:defRPr sz="2800">
                <a:solidFill>
                  <a:schemeClr val="dk2"/>
                </a:solidFill>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FFCu0k2AlaI" TargetMode="External"/><Relationship Id="rId6"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wC4ySa8Twso" TargetMode="External"/><Relationship Id="rId6"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xifSHMbGSKI" TargetMode="External"/><Relationship Id="rId6"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Jq4tBZwO9gg" TargetMode="External"/><Relationship Id="rId6"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2519V2TqbS0" TargetMode="External"/><Relationship Id="rId6"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Jq4tBZwO9gg" TargetMode="External"/><Relationship Id="rId6" Type="http://schemas.openxmlformats.org/officeDocument/2006/relationships/image" Target="../media/image15.jpg"/><Relationship Id="rId7" Type="http://schemas.openxmlformats.org/officeDocument/2006/relationships/hyperlink" Target="http://www.youtube.com/watch?v=NrQoof1F2cQ" TargetMode="External"/><Relationship Id="rId8" Type="http://schemas.openxmlformats.org/officeDocument/2006/relationships/image" Target="../media/image2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Jq4tBZwO9gg" TargetMode="External"/><Relationship Id="rId6" Type="http://schemas.openxmlformats.org/officeDocument/2006/relationships/image" Target="../media/image15.jpg"/><Relationship Id="rId7" Type="http://schemas.openxmlformats.org/officeDocument/2006/relationships/hyperlink" Target="http://www.youtube.com/watch?v=wnOIrkqmlDk" TargetMode="External"/><Relationship Id="rId8" Type="http://schemas.openxmlformats.org/officeDocument/2006/relationships/image" Target="../media/image2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Jq4tBZwO9gg" TargetMode="External"/><Relationship Id="rId6" Type="http://schemas.openxmlformats.org/officeDocument/2006/relationships/image" Target="../media/image15.jpg"/><Relationship Id="rId7" Type="http://schemas.openxmlformats.org/officeDocument/2006/relationships/hyperlink" Target="http://www.youtube.com/watch?v=7UBj4Rbq3ZI" TargetMode="External"/><Relationship Id="rId8"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jAVsXBApPyU" TargetMode="External"/><Relationship Id="rId6"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G3ApQ2H6zFs" TargetMode="External"/><Relationship Id="rId6"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vUSqVC5neuc" TargetMode="External"/><Relationship Id="rId6"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AtrLOjvEuro" TargetMode="External"/><Relationship Id="rId6"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otgLHAq5Ktg" TargetMode="External"/><Relationship Id="rId6" Type="http://schemas.openxmlformats.org/officeDocument/2006/relationships/image" Target="../media/image2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BkyaqWYS_MM" TargetMode="External"/><Relationship Id="rId6" Type="http://schemas.openxmlformats.org/officeDocument/2006/relationships/image" Target="../media/image1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aSVr_LxdtGA" TargetMode="External"/><Relationship Id="rId6"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www.youtube.com/watch?v=sOycx_TV53A" TargetMode="External"/><Relationship Id="rId6"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50" l="0" r="0" t="40"/>
          <a:stretch/>
        </p:blipFill>
        <p:spPr>
          <a:xfrm>
            <a:off x="3731700" y="513075"/>
            <a:ext cx="14190423" cy="12284951"/>
          </a:xfrm>
          <a:prstGeom prst="rect">
            <a:avLst/>
          </a:prstGeom>
          <a:noFill/>
          <a:ln>
            <a:noFill/>
          </a:ln>
        </p:spPr>
      </p:pic>
      <p:sp>
        <p:nvSpPr>
          <p:cNvPr id="55" name="Google Shape;55;p13"/>
          <p:cNvSpPr txBox="1"/>
          <p:nvPr/>
        </p:nvSpPr>
        <p:spPr>
          <a:xfrm>
            <a:off x="13700125" y="7672700"/>
            <a:ext cx="4052400" cy="1342800"/>
          </a:xfrm>
          <a:prstGeom prst="rect">
            <a:avLst/>
          </a:prstGeom>
          <a:noFill/>
          <a:ln>
            <a:noFill/>
          </a:ln>
        </p:spPr>
        <p:txBody>
          <a:bodyPr anchorCtr="0" anchor="t" bIns="182850" lIns="182850" spcFirstLastPara="1" rIns="182850" wrap="square" tIns="182850">
            <a:noAutofit/>
          </a:bodyPr>
          <a:lstStyle/>
          <a:p>
            <a:pPr indent="0" lvl="0" marL="0" rtl="0" algn="l">
              <a:lnSpc>
                <a:spcPct val="140000"/>
              </a:lnSpc>
              <a:spcBef>
                <a:spcPts val="0"/>
              </a:spcBef>
              <a:spcAft>
                <a:spcPts val="0"/>
              </a:spcAft>
              <a:buClr>
                <a:srgbClr val="000000"/>
              </a:buClr>
              <a:buSzPts val="1200"/>
              <a:buFont typeface="Arial"/>
              <a:buNone/>
            </a:pPr>
            <a:r>
              <a:rPr lang="en" sz="1200">
                <a:solidFill>
                  <a:srgbClr val="EBEBEB"/>
                </a:solidFill>
                <a:latin typeface="Inter"/>
                <a:ea typeface="Inter"/>
                <a:cs typeface="Inter"/>
                <a:sym typeface="Inter"/>
              </a:rPr>
              <a:t>The content of this document </a:t>
            </a:r>
            <a:endParaRPr sz="1200">
              <a:solidFill>
                <a:srgbClr val="EBEBEB"/>
              </a:solidFill>
              <a:latin typeface="Inter"/>
              <a:ea typeface="Inter"/>
              <a:cs typeface="Inter"/>
              <a:sym typeface="Inter"/>
            </a:endParaRPr>
          </a:p>
          <a:p>
            <a:pPr indent="0" lvl="0" marL="0" rtl="0" algn="l">
              <a:lnSpc>
                <a:spcPct val="140000"/>
              </a:lnSpc>
              <a:spcBef>
                <a:spcPts val="0"/>
              </a:spcBef>
              <a:spcAft>
                <a:spcPts val="0"/>
              </a:spcAft>
              <a:buClr>
                <a:srgbClr val="000000"/>
              </a:buClr>
              <a:buSzPts val="1200"/>
              <a:buFont typeface="Arial"/>
              <a:buNone/>
            </a:pPr>
            <a:r>
              <a:rPr lang="en" sz="1200">
                <a:solidFill>
                  <a:srgbClr val="EBEBEB"/>
                </a:solidFill>
                <a:latin typeface="Inter"/>
                <a:ea typeface="Inter"/>
                <a:cs typeface="Inter"/>
                <a:sym typeface="Inter"/>
              </a:rPr>
              <a:t>is considered a trade secret </a:t>
            </a:r>
            <a:endParaRPr sz="1200">
              <a:solidFill>
                <a:srgbClr val="EBEBEB"/>
              </a:solidFill>
              <a:latin typeface="Inter"/>
              <a:ea typeface="Inter"/>
              <a:cs typeface="Inter"/>
              <a:sym typeface="Inter"/>
            </a:endParaRPr>
          </a:p>
          <a:p>
            <a:pPr indent="0" lvl="0" marL="0" rtl="0" algn="l">
              <a:lnSpc>
                <a:spcPct val="140000"/>
              </a:lnSpc>
              <a:spcBef>
                <a:spcPts val="0"/>
              </a:spcBef>
              <a:spcAft>
                <a:spcPts val="0"/>
              </a:spcAft>
              <a:buClr>
                <a:srgbClr val="000000"/>
              </a:buClr>
              <a:buSzPts val="1200"/>
              <a:buFont typeface="Arial"/>
              <a:buNone/>
            </a:pPr>
            <a:r>
              <a:rPr lang="en" sz="1200">
                <a:solidFill>
                  <a:srgbClr val="EBEBEB"/>
                </a:solidFill>
                <a:latin typeface="Inter"/>
                <a:ea typeface="Inter"/>
                <a:cs typeface="Inter"/>
                <a:sym typeface="Inter"/>
              </a:rPr>
              <a:t>of Got Added Value LLC</a:t>
            </a:r>
            <a:endParaRPr sz="1200">
              <a:solidFill>
                <a:srgbClr val="EBEBEB"/>
              </a:solidFill>
              <a:latin typeface="Inter"/>
              <a:ea typeface="Inter"/>
              <a:cs typeface="Inter"/>
              <a:sym typeface="Inter"/>
            </a:endParaRPr>
          </a:p>
        </p:txBody>
      </p:sp>
      <p:pic>
        <p:nvPicPr>
          <p:cNvPr id="56" name="Google Shape;56;p13"/>
          <p:cNvPicPr preferRelativeResize="0"/>
          <p:nvPr/>
        </p:nvPicPr>
        <p:blipFill rotWithShape="1">
          <a:blip r:embed="rId4">
            <a:alphaModFix/>
          </a:blip>
          <a:srcRect b="0" l="0" r="0" t="0"/>
          <a:stretch/>
        </p:blipFill>
        <p:spPr>
          <a:xfrm>
            <a:off x="457200" y="3180751"/>
            <a:ext cx="6962360" cy="1342800"/>
          </a:xfrm>
          <a:prstGeom prst="rect">
            <a:avLst/>
          </a:prstGeom>
          <a:noFill/>
          <a:ln>
            <a:noFill/>
          </a:ln>
        </p:spPr>
      </p:pic>
      <p:sp>
        <p:nvSpPr>
          <p:cNvPr id="57" name="Google Shape;57;p13"/>
          <p:cNvSpPr txBox="1"/>
          <p:nvPr/>
        </p:nvSpPr>
        <p:spPr>
          <a:xfrm>
            <a:off x="307250" y="7587000"/>
            <a:ext cx="6057600" cy="22428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2000">
                <a:solidFill>
                  <a:srgbClr val="EBEBEB"/>
                </a:solidFill>
                <a:latin typeface="Inter"/>
                <a:ea typeface="Inter"/>
                <a:cs typeface="Inter"/>
                <a:sym typeface="Inter"/>
              </a:rPr>
              <a:t>29.05.2026</a:t>
            </a:r>
            <a:endParaRPr sz="2000">
              <a:solidFill>
                <a:srgbClr val="EBEBEB"/>
              </a:solidFill>
              <a:latin typeface="Inter"/>
              <a:ea typeface="Inter"/>
              <a:cs typeface="Inter"/>
              <a:sym typeface="Inter"/>
            </a:endParaRPr>
          </a:p>
          <a:p>
            <a:pPr indent="0" lvl="0" marL="0" rtl="0" algn="l">
              <a:spcBef>
                <a:spcPts val="0"/>
              </a:spcBef>
              <a:spcAft>
                <a:spcPts val="0"/>
              </a:spcAft>
              <a:buNone/>
            </a:pPr>
            <a:r>
              <a:t/>
            </a:r>
            <a:endParaRPr sz="2000">
              <a:solidFill>
                <a:srgbClr val="EBEBEB"/>
              </a:solidFill>
              <a:latin typeface="Inter"/>
              <a:ea typeface="Inter"/>
              <a:cs typeface="Inter"/>
              <a:sym typeface="Inter"/>
            </a:endParaRPr>
          </a:p>
        </p:txBody>
      </p:sp>
      <p:sp>
        <p:nvSpPr>
          <p:cNvPr id="58" name="Google Shape;58;p13"/>
          <p:cNvSpPr txBox="1"/>
          <p:nvPr/>
        </p:nvSpPr>
        <p:spPr>
          <a:xfrm>
            <a:off x="7064650" y="7587000"/>
            <a:ext cx="6057600" cy="22428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rPr lang="en" sz="2000">
                <a:solidFill>
                  <a:srgbClr val="EBEBEB"/>
                </a:solidFill>
                <a:latin typeface="Inter"/>
                <a:ea typeface="Inter"/>
                <a:cs typeface="Inter"/>
                <a:sym typeface="Inter"/>
              </a:rPr>
              <a:t>Мемы наше все </a:t>
            </a:r>
            <a:endParaRPr sz="2000">
              <a:solidFill>
                <a:srgbClr val="EBEBEB"/>
              </a:solidFill>
              <a:latin typeface="Inter"/>
              <a:ea typeface="Inter"/>
              <a:cs typeface="Inter"/>
              <a:sym typeface="Inter"/>
            </a:endParaRPr>
          </a:p>
          <a:p>
            <a:pPr indent="0" lvl="0" marL="0" rtl="0" algn="l">
              <a:lnSpc>
                <a:spcPct val="115000"/>
              </a:lnSpc>
              <a:spcBef>
                <a:spcPts val="0"/>
              </a:spcBef>
              <a:spcAft>
                <a:spcPts val="0"/>
              </a:spcAft>
              <a:buNone/>
            </a:pPr>
            <a:r>
              <a:rPr lang="en" sz="2000">
                <a:solidFill>
                  <a:srgbClr val="EBEBEB"/>
                </a:solidFill>
                <a:latin typeface="Inter"/>
                <a:ea typeface="Inter"/>
                <a:cs typeface="Inter"/>
                <a:sym typeface="Inter"/>
              </a:rPr>
              <a:t>или как найти инсайты </a:t>
            </a:r>
            <a:endParaRPr sz="2000">
              <a:solidFill>
                <a:srgbClr val="EBEBEB"/>
              </a:solidFill>
              <a:latin typeface="Inter"/>
              <a:ea typeface="Inter"/>
              <a:cs typeface="Inter"/>
              <a:sym typeface="Inter"/>
            </a:endParaRPr>
          </a:p>
          <a:p>
            <a:pPr indent="0" lvl="0" marL="0" rtl="0" algn="l">
              <a:lnSpc>
                <a:spcPct val="115000"/>
              </a:lnSpc>
              <a:spcBef>
                <a:spcPts val="0"/>
              </a:spcBef>
              <a:spcAft>
                <a:spcPts val="0"/>
              </a:spcAft>
              <a:buNone/>
            </a:pPr>
            <a:r>
              <a:rPr lang="en" sz="2000">
                <a:solidFill>
                  <a:srgbClr val="EBEBEB"/>
                </a:solidFill>
                <a:latin typeface="Inter"/>
                <a:ea typeface="Inter"/>
                <a:cs typeface="Inter"/>
                <a:sym typeface="Inter"/>
              </a:rPr>
              <a:t>в анекдотах</a:t>
            </a:r>
            <a:endParaRPr sz="2000">
              <a:solidFill>
                <a:srgbClr val="EBEBEB"/>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2" name="Shape 62"/>
        <p:cNvGrpSpPr/>
        <p:nvPr/>
      </p:nvGrpSpPr>
      <p:grpSpPr>
        <a:xfrm>
          <a:off x="0" y="0"/>
          <a:ext cx="0" cy="0"/>
          <a:chOff x="0" y="0"/>
          <a:chExt cx="0" cy="0"/>
        </a:xfrm>
      </p:grpSpPr>
      <p:pic>
        <p:nvPicPr>
          <p:cNvPr id="63" name="Google Shape;63;p14"/>
          <p:cNvPicPr preferRelativeResize="0"/>
          <p:nvPr/>
        </p:nvPicPr>
        <p:blipFill>
          <a:blip r:embed="rId3">
            <a:alphaModFix/>
          </a:blip>
          <a:stretch>
            <a:fillRect/>
          </a:stretch>
        </p:blipFill>
        <p:spPr>
          <a:xfrm rot="5400000">
            <a:off x="-407811" y="899587"/>
            <a:ext cx="9706573" cy="8410649"/>
          </a:xfrm>
          <a:prstGeom prst="rect">
            <a:avLst/>
          </a:prstGeom>
          <a:noFill/>
          <a:ln>
            <a:noFill/>
          </a:ln>
        </p:spPr>
      </p:pic>
      <p:sp>
        <p:nvSpPr>
          <p:cNvPr id="64" name="Google Shape;64;p14"/>
          <p:cNvSpPr txBox="1"/>
          <p:nvPr/>
        </p:nvSpPr>
        <p:spPr>
          <a:xfrm>
            <a:off x="240150" y="2882250"/>
            <a:ext cx="7053600" cy="1410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4000">
                <a:solidFill>
                  <a:srgbClr val="EBEBEB"/>
                </a:solidFill>
                <a:latin typeface="Inter"/>
                <a:ea typeface="Inter"/>
                <a:cs typeface="Inter"/>
                <a:sym typeface="Inter"/>
              </a:rPr>
              <a:t>Юмор</a:t>
            </a:r>
            <a:endParaRPr sz="4000">
              <a:solidFill>
                <a:srgbClr val="EBEBEB"/>
              </a:solidFill>
              <a:latin typeface="Inter"/>
              <a:ea typeface="Inter"/>
              <a:cs typeface="Inter"/>
              <a:sym typeface="Inter"/>
            </a:endParaRPr>
          </a:p>
          <a:p>
            <a:pPr indent="0" lvl="0" marL="0" rtl="0" algn="l">
              <a:spcBef>
                <a:spcPts val="0"/>
              </a:spcBef>
              <a:spcAft>
                <a:spcPts val="0"/>
              </a:spcAft>
              <a:buNone/>
            </a:pPr>
            <a:r>
              <a:t/>
            </a:r>
            <a:endParaRPr sz="4000">
              <a:solidFill>
                <a:srgbClr val="EBEBEB"/>
              </a:solidFill>
              <a:latin typeface="Inter"/>
              <a:ea typeface="Inter"/>
              <a:cs typeface="Inter"/>
              <a:sym typeface="Inter"/>
            </a:endParaRPr>
          </a:p>
          <a:p>
            <a:pPr indent="0" lvl="0" marL="0" rtl="0" algn="l">
              <a:spcBef>
                <a:spcPts val="0"/>
              </a:spcBef>
              <a:spcAft>
                <a:spcPts val="0"/>
              </a:spcAft>
              <a:buNone/>
            </a:pPr>
            <a:r>
              <a:t/>
            </a:r>
            <a:endParaRPr sz="4000">
              <a:solidFill>
                <a:srgbClr val="EBEBEB"/>
              </a:solidFill>
              <a:latin typeface="Inter"/>
              <a:ea typeface="Inter"/>
              <a:cs typeface="Inter"/>
              <a:sym typeface="Inter"/>
            </a:endParaRPr>
          </a:p>
        </p:txBody>
      </p:sp>
      <p:pic>
        <p:nvPicPr>
          <p:cNvPr id="65" name="Google Shape;65;p14"/>
          <p:cNvPicPr preferRelativeResize="0"/>
          <p:nvPr/>
        </p:nvPicPr>
        <p:blipFill rotWithShape="1">
          <a:blip r:embed="rId4">
            <a:alphaModFix/>
          </a:blip>
          <a:srcRect b="0" l="0" r="0" t="0"/>
          <a:stretch/>
        </p:blipFill>
        <p:spPr>
          <a:xfrm>
            <a:off x="16302800" y="9535099"/>
            <a:ext cx="1528003" cy="294700"/>
          </a:xfrm>
          <a:prstGeom prst="rect">
            <a:avLst/>
          </a:prstGeom>
          <a:noFill/>
          <a:ln>
            <a:noFill/>
          </a:ln>
        </p:spPr>
      </p:pic>
      <p:sp>
        <p:nvSpPr>
          <p:cNvPr id="66" name="Google Shape;66;p14"/>
          <p:cNvSpPr/>
          <p:nvPr/>
        </p:nvSpPr>
        <p:spPr>
          <a:xfrm>
            <a:off x="17332200" y="457200"/>
            <a:ext cx="498600" cy="498600"/>
          </a:xfrm>
          <a:prstGeom prst="ellipse">
            <a:avLst/>
          </a:prstGeom>
          <a:solidFill>
            <a:srgbClr val="EBEBEB"/>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67" name="Google Shape;67;p14"/>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chemeClr val="dk1"/>
                </a:solidFill>
                <a:latin typeface="Inter"/>
                <a:ea typeface="Inter"/>
                <a:cs typeface="Inter"/>
                <a:sym typeface="Inter"/>
              </a:rPr>
              <a:t>‹#›</a:t>
            </a:fld>
            <a:endParaRPr sz="1800">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71" name="Shape 71"/>
        <p:cNvGrpSpPr/>
        <p:nvPr/>
      </p:nvGrpSpPr>
      <p:grpSpPr>
        <a:xfrm>
          <a:off x="0" y="0"/>
          <a:ext cx="0" cy="0"/>
          <a:chOff x="0" y="0"/>
          <a:chExt cx="0" cy="0"/>
        </a:xfrm>
      </p:grpSpPr>
      <p:sp>
        <p:nvSpPr>
          <p:cNvPr id="72" name="Google Shape;72;p15"/>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Изучайте анекдоты</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шутки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мемы</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p:txBody>
      </p:sp>
      <p:pic>
        <p:nvPicPr>
          <p:cNvPr id="73" name="Google Shape;73;p15"/>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74" name="Google Shape;74;p15"/>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75" name="Google Shape;75;p15"/>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76" name="Google Shape;76;p15"/>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77" name="Google Shape;77;p15"/>
          <p:cNvPicPr preferRelativeResize="0"/>
          <p:nvPr/>
        </p:nvPicPr>
        <p:blipFill rotWithShape="1">
          <a:blip r:embed="rId5">
            <a:alphaModFix/>
          </a:blip>
          <a:srcRect b="0" l="450" r="-450" t="0"/>
          <a:stretch/>
        </p:blipFill>
        <p:spPr>
          <a:xfrm>
            <a:off x="7694775" y="1532626"/>
            <a:ext cx="10136024" cy="7417550"/>
          </a:xfrm>
          <a:prstGeom prst="rect">
            <a:avLst/>
          </a:prstGeom>
          <a:noFill/>
          <a:ln>
            <a:noFill/>
          </a:ln>
        </p:spPr>
      </p:pic>
      <p:sp>
        <p:nvSpPr>
          <p:cNvPr id="78" name="Google Shape;78;p15"/>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1</a:t>
            </a:r>
            <a:endParaRPr sz="9200">
              <a:solidFill>
                <a:schemeClr val="dk1"/>
              </a:solidFill>
              <a:latin typeface="Inter Medium"/>
              <a:ea typeface="Inter Medium"/>
              <a:cs typeface="Inter Medium"/>
              <a:sym typeface="Inter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82" name="Shape 82"/>
        <p:cNvGrpSpPr/>
        <p:nvPr/>
      </p:nvGrpSpPr>
      <p:grpSpPr>
        <a:xfrm>
          <a:off x="0" y="0"/>
          <a:ext cx="0" cy="0"/>
          <a:chOff x="0" y="0"/>
          <a:chExt cx="0" cy="0"/>
        </a:xfrm>
      </p:grpSpPr>
      <p:pic>
        <p:nvPicPr>
          <p:cNvPr id="83" name="Google Shape;83;p16"/>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84" name="Google Shape;84;p16"/>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85" name="Google Shape;85;p16"/>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86" name="Google Shape;86;p16"/>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sp>
        <p:nvSpPr>
          <p:cNvPr id="87" name="Google Shape;87;p16"/>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1</a:t>
            </a:r>
            <a:endParaRPr sz="9200">
              <a:solidFill>
                <a:schemeClr val="dk1"/>
              </a:solidFill>
              <a:latin typeface="Inter Medium"/>
              <a:ea typeface="Inter Medium"/>
              <a:cs typeface="Inter Medium"/>
              <a:sym typeface="Inter Medium"/>
            </a:endParaRPr>
          </a:p>
        </p:txBody>
      </p:sp>
      <p:pic>
        <p:nvPicPr>
          <p:cNvPr descr="В новой кампании для Yota сломали четвёртую стену и представление о том, что нужно платить за гигабайты и минуты, которые не используешь. &#10;&#10;Благодарим клиента за доверие: Лена Толбузова, Дмитрий Рудских, Александра Ефремова, Светлана Солопова.&#10;&#10;Команда агентства: Анастасия Алексеева, Андрей Попов, Мария Половинкина, Юлия Приходько, Денис Елисеев, Виктория Казакова, Никита Бочаров.&#10;&#10;Режиссер: Алексей Соболев." id="88" name="Google Shape;88;p16" title="Yota: #каждыйтретий">
            <a:hlinkClick r:id="rId5"/>
          </p:cNvPr>
          <p:cNvPicPr preferRelativeResize="0"/>
          <p:nvPr/>
        </p:nvPicPr>
        <p:blipFill>
          <a:blip r:embed="rId6">
            <a:alphaModFix/>
          </a:blip>
          <a:stretch>
            <a:fillRect/>
          </a:stretch>
        </p:blipFill>
        <p:spPr>
          <a:xfrm>
            <a:off x="6393150" y="2028600"/>
            <a:ext cx="11437650" cy="6433700"/>
          </a:xfrm>
          <a:prstGeom prst="rect">
            <a:avLst/>
          </a:prstGeom>
          <a:noFill/>
          <a:ln>
            <a:noFill/>
          </a:ln>
        </p:spPr>
      </p:pic>
      <p:sp>
        <p:nvSpPr>
          <p:cNvPr id="89" name="Google Shape;89;p16"/>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Изучайте анекдоты</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шутки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мемы</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93"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95" name="Google Shape;95;p17"/>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96" name="Google Shape;96;p17"/>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97" name="Google Shape;97;p17"/>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sp>
        <p:nvSpPr>
          <p:cNvPr id="98" name="Google Shape;98;p17"/>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1</a:t>
            </a:r>
            <a:endParaRPr sz="9200">
              <a:solidFill>
                <a:schemeClr val="dk1"/>
              </a:solidFill>
              <a:latin typeface="Inter Medium"/>
              <a:ea typeface="Inter Medium"/>
              <a:cs typeface="Inter Medium"/>
              <a:sym typeface="Inter Medium"/>
            </a:endParaRPr>
          </a:p>
        </p:txBody>
      </p:sp>
      <p:pic>
        <p:nvPicPr>
          <p:cNvPr descr=" " id="99" name="Google Shape;99;p17" title="BGH air conditioners Dads in Briefs">
            <a:hlinkClick r:id="rId5"/>
          </p:cNvPr>
          <p:cNvPicPr preferRelativeResize="0"/>
          <p:nvPr/>
        </p:nvPicPr>
        <p:blipFill>
          <a:blip r:embed="rId6">
            <a:alphaModFix/>
          </a:blip>
          <a:stretch>
            <a:fillRect/>
          </a:stretch>
        </p:blipFill>
        <p:spPr>
          <a:xfrm>
            <a:off x="6393156" y="2028600"/>
            <a:ext cx="11437650" cy="6433665"/>
          </a:xfrm>
          <a:prstGeom prst="rect">
            <a:avLst/>
          </a:prstGeom>
          <a:noFill/>
          <a:ln>
            <a:noFill/>
          </a:ln>
        </p:spPr>
      </p:pic>
      <p:sp>
        <p:nvSpPr>
          <p:cNvPr id="100" name="Google Shape;100;p17"/>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анекдоты</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шутки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м</a:t>
            </a:r>
            <a:r>
              <a:rPr lang="en" sz="9200">
                <a:solidFill>
                  <a:schemeClr val="dk1"/>
                </a:solidFill>
                <a:latin typeface="Inter Medium"/>
                <a:ea typeface="Inter Medium"/>
                <a:cs typeface="Inter Medium"/>
                <a:sym typeface="Inter Medium"/>
              </a:rPr>
              <a:t>емы</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04" name="Shape 104"/>
        <p:cNvGrpSpPr/>
        <p:nvPr/>
      </p:nvGrpSpPr>
      <p:grpSpPr>
        <a:xfrm>
          <a:off x="0" y="0"/>
          <a:ext cx="0" cy="0"/>
          <a:chOff x="0" y="0"/>
          <a:chExt cx="0" cy="0"/>
        </a:xfrm>
      </p:grpSpPr>
      <p:sp>
        <p:nvSpPr>
          <p:cNvPr id="105" name="Google Shape;105;p18"/>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Изучайте песни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речи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p:txBody>
      </p:sp>
      <p:pic>
        <p:nvPicPr>
          <p:cNvPr id="106" name="Google Shape;106;p18"/>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107" name="Google Shape;107;p18"/>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08" name="Google Shape;108;p18"/>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109" name="Google Shape;109;p18"/>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110" name="Google Shape;110;p18"/>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111" name="Google Shape;111;p18"/>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2</a:t>
            </a:r>
            <a:endParaRPr sz="9200">
              <a:solidFill>
                <a:schemeClr val="dk1"/>
              </a:solidFill>
              <a:latin typeface="Inter Medium"/>
              <a:ea typeface="Inter Medium"/>
              <a:cs typeface="Inter Medium"/>
              <a:sym typeface="Inter Medium"/>
            </a:endParaRPr>
          </a:p>
        </p:txBody>
      </p:sp>
      <p:pic>
        <p:nvPicPr>
          <p:cNvPr descr="Ты сделана из того, что ты делаешь. Узнай, из чего сделана ты на nike.com/Moscow" id="112" name="Google Shape;112;p18" title="Nike: Из чего же сделаны наши девчонки?">
            <a:hlinkClick r:id="rId5"/>
          </p:cNvPr>
          <p:cNvPicPr preferRelativeResize="0"/>
          <p:nvPr/>
        </p:nvPicPr>
        <p:blipFill>
          <a:blip r:embed="rId6">
            <a:alphaModFix/>
          </a:blip>
          <a:stretch>
            <a:fillRect/>
          </a:stretch>
        </p:blipFill>
        <p:spPr>
          <a:xfrm>
            <a:off x="5131350" y="1669683"/>
            <a:ext cx="12699450" cy="71434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16" name="Shape 116"/>
        <p:cNvGrpSpPr/>
        <p:nvPr/>
      </p:nvGrpSpPr>
      <p:grpSpPr>
        <a:xfrm>
          <a:off x="0" y="0"/>
          <a:ext cx="0" cy="0"/>
          <a:chOff x="0" y="0"/>
          <a:chExt cx="0" cy="0"/>
        </a:xfrm>
      </p:grpSpPr>
      <p:sp>
        <p:nvSpPr>
          <p:cNvPr id="117" name="Google Shape;117;p19"/>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песни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речи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p:txBody>
      </p:sp>
      <p:pic>
        <p:nvPicPr>
          <p:cNvPr id="118" name="Google Shape;118;p19"/>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119" name="Google Shape;119;p19"/>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20" name="Google Shape;120;p19"/>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121" name="Google Shape;121;p19"/>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122" name="Google Shape;122;p19"/>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123" name="Google Shape;123;p19"/>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2</a:t>
            </a:r>
            <a:endParaRPr sz="9200">
              <a:solidFill>
                <a:schemeClr val="dk1"/>
              </a:solidFill>
              <a:latin typeface="Inter Medium"/>
              <a:ea typeface="Inter Medium"/>
              <a:cs typeface="Inter Medium"/>
              <a:sym typeface="Inter Medium"/>
            </a:endParaRPr>
          </a:p>
        </p:txBody>
      </p:sp>
      <p:pic>
        <p:nvPicPr>
          <p:cNvPr descr="Когда наступает ночь, есть те, кто продолжает действовать. Ночью работа кажется тяжелее, часы тянутся дольше, а энергии все меньше, но они идут до конца и делают свое дело. Для нас они — герои. И когда ночь диктует свои условия, заряд энергии дает уверенность — все ты можешь.&#10;&#10;https://adrenalinerush.ru/" id="124" name="Google Shape;124;p19" title="Mujuice x Adrenaline Rush при участии Юрия Каспаряна «Спокойная Ночь»">
            <a:hlinkClick r:id="rId5"/>
          </p:cNvPr>
          <p:cNvPicPr preferRelativeResize="0"/>
          <p:nvPr/>
        </p:nvPicPr>
        <p:blipFill>
          <a:blip r:embed="rId6">
            <a:alphaModFix/>
          </a:blip>
          <a:stretch>
            <a:fillRect/>
          </a:stretch>
        </p:blipFill>
        <p:spPr>
          <a:xfrm>
            <a:off x="5131350" y="1669675"/>
            <a:ext cx="12699450" cy="714344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28" name="Shape 128"/>
        <p:cNvGrpSpPr/>
        <p:nvPr/>
      </p:nvGrpSpPr>
      <p:grpSpPr>
        <a:xfrm>
          <a:off x="0" y="0"/>
          <a:ext cx="0" cy="0"/>
          <a:chOff x="0" y="0"/>
          <a:chExt cx="0" cy="0"/>
        </a:xfrm>
      </p:grpSpPr>
      <p:sp>
        <p:nvSpPr>
          <p:cNvPr id="129" name="Google Shape;129;p20"/>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песни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речи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p:txBody>
      </p:sp>
      <p:pic>
        <p:nvPicPr>
          <p:cNvPr id="130" name="Google Shape;130;p20"/>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131" name="Google Shape;131;p20"/>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32" name="Google Shape;132;p20"/>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133" name="Google Shape;133;p20"/>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134" name="Google Shape;134;p20"/>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135" name="Google Shape;135;p20"/>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2</a:t>
            </a:r>
            <a:endParaRPr sz="9200">
              <a:solidFill>
                <a:schemeClr val="dk1"/>
              </a:solidFill>
              <a:latin typeface="Inter Medium"/>
              <a:ea typeface="Inter Medium"/>
              <a:cs typeface="Inter Medium"/>
              <a:sym typeface="Inter Medium"/>
            </a:endParaRPr>
          </a:p>
        </p:txBody>
      </p:sp>
      <p:pic>
        <p:nvPicPr>
          <p:cNvPr descr="Спецэффекты: атмосферные дымы, выброс воды и водяного пара из люка&#10;&#10;Профессиональные спецэффекты на съемочной площадке: http://sfxstudio.ru/about_us.php&#10;&#10;&#10;Дым машины для спецэффектов с дымами: http://sfxstudio.ru/gal-smoke.php&#10;&#10;Спецэффекты с водой: http://sfxstudio.ru/gal-rain.php" id="136" name="Google Shape;136;p20" title="Mujuice x Adrenaline Rush при участии Юрия Каспаряна &quot;Спокойная Ночь&quot;">
            <a:hlinkClick r:id="rId5"/>
          </p:cNvPr>
          <p:cNvPicPr preferRelativeResize="0"/>
          <p:nvPr/>
        </p:nvPicPr>
        <p:blipFill>
          <a:blip r:embed="rId6">
            <a:alphaModFix/>
          </a:blip>
          <a:stretch>
            <a:fillRect/>
          </a:stretch>
        </p:blipFill>
        <p:spPr>
          <a:xfrm>
            <a:off x="5131350" y="1669675"/>
            <a:ext cx="12699466" cy="7143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40" name="Shape 140"/>
        <p:cNvGrpSpPr/>
        <p:nvPr/>
      </p:nvGrpSpPr>
      <p:grpSpPr>
        <a:xfrm>
          <a:off x="0" y="0"/>
          <a:ext cx="0" cy="0"/>
          <a:chOff x="0" y="0"/>
          <a:chExt cx="0" cy="0"/>
        </a:xfrm>
      </p:grpSpPr>
      <p:sp>
        <p:nvSpPr>
          <p:cNvPr id="141" name="Google Shape;141;p21"/>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песни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речи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p:txBody>
      </p:sp>
      <p:pic>
        <p:nvPicPr>
          <p:cNvPr id="142" name="Google Shape;142;p21"/>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143" name="Google Shape;143;p21"/>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44" name="Google Shape;144;p21"/>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145" name="Google Shape;145;p21"/>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146" name="Google Shape;146;p21"/>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147" name="Google Shape;147;p21"/>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2</a:t>
            </a:r>
            <a:endParaRPr sz="9200">
              <a:solidFill>
                <a:schemeClr val="dk1"/>
              </a:solidFill>
              <a:latin typeface="Inter Medium"/>
              <a:ea typeface="Inter Medium"/>
              <a:cs typeface="Inter Medium"/>
              <a:sym typeface="Inter Medium"/>
            </a:endParaRPr>
          </a:p>
        </p:txBody>
      </p:sp>
      <p:pic>
        <p:nvPicPr>
          <p:cNvPr descr="Когда наступает ночь, есть те, кто продолжает действовать. Ночью работа кажется тяжелее, часы тянутся дольше, а энергии все меньше, но они идут до конца и делают свое дело. Для нас они — герои. И когда ночь диктует свои условия, заряд энергии дает уверенность — все ты можешь.&#10;&#10;https://adrenalinerush.ru/" id="148" name="Google Shape;148;p21" title="Mujuice x Adrenaline Rush при участии Юрия Каспаряна «Спокойная Ночь»">
            <a:hlinkClick r:id="rId5"/>
          </p:cNvPr>
          <p:cNvPicPr preferRelativeResize="0"/>
          <p:nvPr/>
        </p:nvPicPr>
        <p:blipFill>
          <a:blip r:embed="rId6">
            <a:alphaModFix/>
          </a:blip>
          <a:stretch>
            <a:fillRect/>
          </a:stretch>
        </p:blipFill>
        <p:spPr>
          <a:xfrm>
            <a:off x="5131350" y="1669675"/>
            <a:ext cx="12699450" cy="7143446"/>
          </a:xfrm>
          <a:prstGeom prst="rect">
            <a:avLst/>
          </a:prstGeom>
          <a:noFill/>
          <a:ln>
            <a:noFill/>
          </a:ln>
        </p:spPr>
      </p:pic>
      <p:pic>
        <p:nvPicPr>
          <p:cNvPr descr="More commercials at http://www.tvspotblog.com / Become a fan on Facebook: http://www.facebook.com/tvspotblog / Follow us on Twitter: http://www.twitter.com/tvspotblog" id="149" name="Google Shape;149;p21" title="Honda Advert: Impossible Dream II 2010">
            <a:hlinkClick r:id="rId7"/>
          </p:cNvPr>
          <p:cNvPicPr preferRelativeResize="0"/>
          <p:nvPr/>
        </p:nvPicPr>
        <p:blipFill>
          <a:blip r:embed="rId8">
            <a:alphaModFix/>
          </a:blip>
          <a:stretch>
            <a:fillRect/>
          </a:stretch>
        </p:blipFill>
        <p:spPr>
          <a:xfrm>
            <a:off x="5131350" y="1669675"/>
            <a:ext cx="12699466" cy="7143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53" name="Shape 153"/>
        <p:cNvGrpSpPr/>
        <p:nvPr/>
      </p:nvGrpSpPr>
      <p:grpSpPr>
        <a:xfrm>
          <a:off x="0" y="0"/>
          <a:ext cx="0" cy="0"/>
          <a:chOff x="0" y="0"/>
          <a:chExt cx="0" cy="0"/>
        </a:xfrm>
      </p:grpSpPr>
      <p:sp>
        <p:nvSpPr>
          <p:cNvPr id="154" name="Google Shape;154;p22"/>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песни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речи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p:txBody>
      </p:sp>
      <p:pic>
        <p:nvPicPr>
          <p:cNvPr id="155" name="Google Shape;155;p22"/>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156" name="Google Shape;156;p22"/>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57" name="Google Shape;157;p22"/>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158" name="Google Shape;158;p22"/>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159" name="Google Shape;159;p22"/>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160" name="Google Shape;160;p22"/>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2</a:t>
            </a:r>
            <a:endParaRPr sz="9200">
              <a:solidFill>
                <a:schemeClr val="dk1"/>
              </a:solidFill>
              <a:latin typeface="Inter Medium"/>
              <a:ea typeface="Inter Medium"/>
              <a:cs typeface="Inter Medium"/>
              <a:sym typeface="Inter Medium"/>
            </a:endParaRPr>
          </a:p>
        </p:txBody>
      </p:sp>
      <p:pic>
        <p:nvPicPr>
          <p:cNvPr descr="Когда наступает ночь, есть те, кто продолжает действовать. Ночью работа кажется тяжелее, часы тянутся дольше, а энергии все меньше, но они идут до конца и делают свое дело. Для нас они — герои. И когда ночь диктует свои условия, заряд энергии дает уверенность — все ты можешь.&#10;&#10;https://adrenalinerush.ru/" id="161" name="Google Shape;161;p22" title="Mujuice x Adrenaline Rush при участии Юрия Каспаряна «Спокойная Ночь»">
            <a:hlinkClick r:id="rId5"/>
          </p:cNvPr>
          <p:cNvPicPr preferRelativeResize="0"/>
          <p:nvPr/>
        </p:nvPicPr>
        <p:blipFill>
          <a:blip r:embed="rId6">
            <a:alphaModFix/>
          </a:blip>
          <a:stretch>
            <a:fillRect/>
          </a:stretch>
        </p:blipFill>
        <p:spPr>
          <a:xfrm>
            <a:off x="5131350" y="1669675"/>
            <a:ext cx="12699450" cy="7143446"/>
          </a:xfrm>
          <a:prstGeom prst="rect">
            <a:avLst/>
          </a:prstGeom>
          <a:noFill/>
          <a:ln>
            <a:noFill/>
          </a:ln>
        </p:spPr>
      </p:pic>
      <p:pic>
        <p:nvPicPr>
          <p:cNvPr id="162" name="Google Shape;162;p22" title="Farmer (Long Version) - Ram Truck">
            <a:hlinkClick r:id="rId7"/>
          </p:cNvPr>
          <p:cNvPicPr preferRelativeResize="0"/>
          <p:nvPr/>
        </p:nvPicPr>
        <p:blipFill>
          <a:blip r:embed="rId8">
            <a:alphaModFix/>
          </a:blip>
          <a:stretch>
            <a:fillRect/>
          </a:stretch>
        </p:blipFill>
        <p:spPr>
          <a:xfrm>
            <a:off x="5131375" y="1669675"/>
            <a:ext cx="12699450" cy="714344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66" name="Shape 166"/>
        <p:cNvGrpSpPr/>
        <p:nvPr/>
      </p:nvGrpSpPr>
      <p:grpSpPr>
        <a:xfrm>
          <a:off x="0" y="0"/>
          <a:ext cx="0" cy="0"/>
          <a:chOff x="0" y="0"/>
          <a:chExt cx="0" cy="0"/>
        </a:xfrm>
      </p:grpSpPr>
      <p:sp>
        <p:nvSpPr>
          <p:cNvPr id="167" name="Google Shape;167;p23"/>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песни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речи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p:txBody>
      </p:sp>
      <p:pic>
        <p:nvPicPr>
          <p:cNvPr id="168" name="Google Shape;168;p23"/>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169" name="Google Shape;169;p23"/>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70" name="Google Shape;170;p23"/>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171" name="Google Shape;171;p23"/>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172" name="Google Shape;172;p23"/>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173" name="Google Shape;173;p23"/>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2</a:t>
            </a:r>
            <a:endParaRPr sz="9200">
              <a:solidFill>
                <a:schemeClr val="dk1"/>
              </a:solidFill>
              <a:latin typeface="Inter Medium"/>
              <a:ea typeface="Inter Medium"/>
              <a:cs typeface="Inter Medium"/>
              <a:sym typeface="Inter Medium"/>
            </a:endParaRPr>
          </a:p>
        </p:txBody>
      </p:sp>
      <p:pic>
        <p:nvPicPr>
          <p:cNvPr descr="Когда наступает ночь, есть те, кто продолжает действовать. Ночью работа кажется тяжелее, часы тянутся дольше, а энергии все меньше, но они идут до конца и делают свое дело. Для нас они — герои. И когда ночь диктует свои условия, заряд энергии дает уверенность — все ты можешь.&#10;&#10;https://adrenalinerush.ru/" id="174" name="Google Shape;174;p23" title="Mujuice x Adrenaline Rush при участии Юрия Каспаряна «Спокойная Ночь»">
            <a:hlinkClick r:id="rId5"/>
          </p:cNvPr>
          <p:cNvPicPr preferRelativeResize="0"/>
          <p:nvPr/>
        </p:nvPicPr>
        <p:blipFill>
          <a:blip r:embed="rId6">
            <a:alphaModFix/>
          </a:blip>
          <a:stretch>
            <a:fillRect/>
          </a:stretch>
        </p:blipFill>
        <p:spPr>
          <a:xfrm>
            <a:off x="5131350" y="1669675"/>
            <a:ext cx="12699450" cy="7143446"/>
          </a:xfrm>
          <a:prstGeom prst="rect">
            <a:avLst/>
          </a:prstGeom>
          <a:noFill/>
          <a:ln>
            <a:noFill/>
          </a:ln>
        </p:spPr>
      </p:pic>
      <p:pic>
        <p:nvPicPr>
          <p:cNvPr descr="I started to feel they left out the deep roots of farming in this country, but perhaps I was reflecting on the love of my own Grandpa and time spent with him hours on end, year after year working the fields. Thinking about it today, working the dirt today, I just felt like we, the farmers, needed a better understanding of what we do." id="175" name="Google Shape;175;p23" title="So God Made a &quot;Farmer&quot;, by Paul Harvey">
            <a:hlinkClick r:id="rId7"/>
          </p:cNvPr>
          <p:cNvPicPr preferRelativeResize="0"/>
          <p:nvPr/>
        </p:nvPicPr>
        <p:blipFill>
          <a:blip r:embed="rId8">
            <a:alphaModFix/>
          </a:blip>
          <a:stretch>
            <a:fillRect/>
          </a:stretch>
        </p:blipFill>
        <p:spPr>
          <a:xfrm>
            <a:off x="5189400" y="1669675"/>
            <a:ext cx="12641400" cy="711078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79" name="Shape 179"/>
        <p:cNvGrpSpPr/>
        <p:nvPr/>
      </p:nvGrpSpPr>
      <p:grpSpPr>
        <a:xfrm>
          <a:off x="0" y="0"/>
          <a:ext cx="0" cy="0"/>
          <a:chOff x="0" y="0"/>
          <a:chExt cx="0" cy="0"/>
        </a:xfrm>
      </p:grpSpPr>
      <p:sp>
        <p:nvSpPr>
          <p:cNvPr id="180" name="Google Shape;180;p24"/>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памят-</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ники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Clr>
                <a:schemeClr val="dk1"/>
              </a:buClr>
              <a:buSzPts val="1100"/>
              <a:buFont typeface="Arial"/>
              <a:buNone/>
            </a:pPr>
            <a:r>
              <a:rPr lang="en" sz="9200">
                <a:solidFill>
                  <a:schemeClr val="dk1"/>
                </a:solidFill>
                <a:latin typeface="Inter Medium"/>
                <a:ea typeface="Inter Medium"/>
                <a:cs typeface="Inter Medium"/>
                <a:sym typeface="Inter Medium"/>
              </a:rPr>
              <a:t>-</a:t>
            </a:r>
            <a:endParaRPr sz="9200">
              <a:solidFill>
                <a:schemeClr val="dk1"/>
              </a:solidFill>
              <a:latin typeface="Inter Medium"/>
              <a:ea typeface="Inter Medium"/>
              <a:cs typeface="Inter Medium"/>
              <a:sym typeface="Inter Medium"/>
            </a:endParaRPr>
          </a:p>
        </p:txBody>
      </p:sp>
      <p:pic>
        <p:nvPicPr>
          <p:cNvPr id="181" name="Google Shape;181;p24"/>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182" name="Google Shape;182;p24"/>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83" name="Google Shape;183;p24"/>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184" name="Google Shape;184;p24"/>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185" name="Google Shape;185;p24"/>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186" name="Google Shape;186;p24"/>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3</a:t>
            </a:r>
            <a:endParaRPr sz="9200">
              <a:solidFill>
                <a:schemeClr val="dk1"/>
              </a:solidFill>
              <a:latin typeface="Inter Medium"/>
              <a:ea typeface="Inter Medium"/>
              <a:cs typeface="Inter Medium"/>
              <a:sym typeface="Inter Medium"/>
            </a:endParaRPr>
          </a:p>
        </p:txBody>
      </p:sp>
      <p:pic>
        <p:nvPicPr>
          <p:cNvPr id="187" name="Google Shape;187;p24" title="Motherland Pride">
            <a:hlinkClick r:id="rId5"/>
          </p:cNvPr>
          <p:cNvPicPr preferRelativeResize="0"/>
          <p:nvPr/>
        </p:nvPicPr>
        <p:blipFill>
          <a:blip r:embed="rId6">
            <a:alphaModFix/>
          </a:blip>
          <a:stretch>
            <a:fillRect/>
          </a:stretch>
        </p:blipFill>
        <p:spPr>
          <a:xfrm>
            <a:off x="5131350" y="1669675"/>
            <a:ext cx="12699450" cy="714344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91" name="Shape 191"/>
        <p:cNvGrpSpPr/>
        <p:nvPr/>
      </p:nvGrpSpPr>
      <p:grpSpPr>
        <a:xfrm>
          <a:off x="0" y="0"/>
          <a:ext cx="0" cy="0"/>
          <a:chOff x="0" y="0"/>
          <a:chExt cx="0" cy="0"/>
        </a:xfrm>
      </p:grpSpPr>
      <p:sp>
        <p:nvSpPr>
          <p:cNvPr id="192" name="Google Shape;192;p25"/>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п</a:t>
            </a:r>
            <a:r>
              <a:rPr lang="en" sz="9200">
                <a:solidFill>
                  <a:schemeClr val="dk1"/>
                </a:solidFill>
                <a:latin typeface="Inter Medium"/>
                <a:ea typeface="Inter Medium"/>
                <a:cs typeface="Inter Medium"/>
                <a:sym typeface="Inter Medium"/>
              </a:rPr>
              <a:t>амят-</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н</a:t>
            </a:r>
            <a:r>
              <a:rPr lang="en" sz="9200">
                <a:solidFill>
                  <a:schemeClr val="dk1"/>
                </a:solidFill>
                <a:latin typeface="Inter Medium"/>
                <a:ea typeface="Inter Medium"/>
                <a:cs typeface="Inter Medium"/>
                <a:sym typeface="Inter Medium"/>
              </a:rPr>
              <a:t>ики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a:t>
            </a:r>
            <a:endParaRPr sz="9200">
              <a:solidFill>
                <a:schemeClr val="dk1"/>
              </a:solidFill>
              <a:latin typeface="Inter Medium"/>
              <a:ea typeface="Inter Medium"/>
              <a:cs typeface="Inter Medium"/>
              <a:sym typeface="Inter Medium"/>
            </a:endParaRPr>
          </a:p>
        </p:txBody>
      </p:sp>
      <p:pic>
        <p:nvPicPr>
          <p:cNvPr id="193" name="Google Shape;193;p25"/>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194" name="Google Shape;194;p25"/>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95" name="Google Shape;195;p25"/>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196" name="Google Shape;196;p25"/>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197" name="Google Shape;197;p25"/>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198" name="Google Shape;198;p25"/>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3</a:t>
            </a:r>
            <a:endParaRPr sz="9200">
              <a:solidFill>
                <a:schemeClr val="dk1"/>
              </a:solidFill>
              <a:latin typeface="Inter Medium"/>
              <a:ea typeface="Inter Medium"/>
              <a:cs typeface="Inter Medium"/>
              <a:sym typeface="Inter Medium"/>
            </a:endParaRPr>
          </a:p>
        </p:txBody>
      </p:sp>
      <p:pic>
        <p:nvPicPr>
          <p:cNvPr descr="In honor of International Women’s Day 2017, McCann partnered with State Street Global Advisors to introduce the Fearless Girl to the world -- a statue of a daring young girl, standing strong on Wall Street. Why? Because companies with women in leadership perform better. The Fearless Girl was dropped on Wall Street in the middle of the night and became a global phenomenon within 24 hours." id="199" name="Google Shape;199;p25" title="Fearless Girl">
            <a:hlinkClick r:id="rId5"/>
          </p:cNvPr>
          <p:cNvPicPr preferRelativeResize="0"/>
          <p:nvPr/>
        </p:nvPicPr>
        <p:blipFill>
          <a:blip r:embed="rId6">
            <a:alphaModFix/>
          </a:blip>
          <a:stretch>
            <a:fillRect/>
          </a:stretch>
        </p:blipFill>
        <p:spPr>
          <a:xfrm>
            <a:off x="5131350" y="1669675"/>
            <a:ext cx="12699450" cy="714344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03" name="Shape 203"/>
        <p:cNvGrpSpPr/>
        <p:nvPr/>
      </p:nvGrpSpPr>
      <p:grpSpPr>
        <a:xfrm>
          <a:off x="0" y="0"/>
          <a:ext cx="0" cy="0"/>
          <a:chOff x="0" y="0"/>
          <a:chExt cx="0" cy="0"/>
        </a:xfrm>
      </p:grpSpPr>
      <p:sp>
        <p:nvSpPr>
          <p:cNvPr id="204" name="Google Shape;204;p26"/>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традиции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символы</a:t>
            </a:r>
            <a:br>
              <a:rPr lang="en" sz="9200">
                <a:solidFill>
                  <a:schemeClr val="dk1"/>
                </a:solidFill>
                <a:latin typeface="Inter Medium"/>
                <a:ea typeface="Inter Medium"/>
                <a:cs typeface="Inter Medium"/>
                <a:sym typeface="Inter Medium"/>
              </a:rPr>
            </a:b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p:txBody>
      </p:sp>
      <p:pic>
        <p:nvPicPr>
          <p:cNvPr id="205" name="Google Shape;205;p26"/>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206" name="Google Shape;206;p26"/>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207" name="Google Shape;207;p26"/>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208" name="Google Shape;208;p26"/>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209" name="Google Shape;209;p26"/>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210" name="Google Shape;210;p26"/>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4</a:t>
            </a:r>
            <a:endParaRPr sz="9200">
              <a:solidFill>
                <a:schemeClr val="dk1"/>
              </a:solidFill>
              <a:latin typeface="Inter Medium"/>
              <a:ea typeface="Inter Medium"/>
              <a:cs typeface="Inter Medium"/>
              <a:sym typeface="Inter Medium"/>
            </a:endParaRPr>
          </a:p>
        </p:txBody>
      </p:sp>
      <p:pic>
        <p:nvPicPr>
          <p:cNvPr id="211" name="Google Shape;211;p26" title="Koshogo case study">
            <a:hlinkClick r:id="rId5"/>
          </p:cNvPr>
          <p:cNvPicPr preferRelativeResize="0"/>
          <p:nvPr/>
        </p:nvPicPr>
        <p:blipFill>
          <a:blip r:embed="rId6">
            <a:alphaModFix/>
          </a:blip>
          <a:stretch>
            <a:fillRect/>
          </a:stretch>
        </p:blipFill>
        <p:spPr>
          <a:xfrm>
            <a:off x="6164975" y="2021474"/>
            <a:ext cx="11665825" cy="6562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15" name="Shape 215"/>
        <p:cNvGrpSpPr/>
        <p:nvPr/>
      </p:nvGrpSpPr>
      <p:grpSpPr>
        <a:xfrm>
          <a:off x="0" y="0"/>
          <a:ext cx="0" cy="0"/>
          <a:chOff x="0" y="0"/>
          <a:chExt cx="0" cy="0"/>
        </a:xfrm>
      </p:grpSpPr>
      <p:sp>
        <p:nvSpPr>
          <p:cNvPr id="216" name="Google Shape;216;p27"/>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традиции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символы</a:t>
            </a:r>
            <a:br>
              <a:rPr lang="en" sz="9200">
                <a:solidFill>
                  <a:schemeClr val="dk1"/>
                </a:solidFill>
                <a:latin typeface="Inter Medium"/>
                <a:ea typeface="Inter Medium"/>
                <a:cs typeface="Inter Medium"/>
                <a:sym typeface="Inter Medium"/>
              </a:rPr>
            </a:b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p:txBody>
      </p:sp>
      <p:pic>
        <p:nvPicPr>
          <p:cNvPr id="217" name="Google Shape;217;p27"/>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218" name="Google Shape;218;p27"/>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219" name="Google Shape;219;p27"/>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220" name="Google Shape;220;p27"/>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221" name="Google Shape;221;p27"/>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222" name="Google Shape;222;p27"/>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4</a:t>
            </a:r>
            <a:endParaRPr sz="9200">
              <a:solidFill>
                <a:schemeClr val="dk1"/>
              </a:solidFill>
              <a:latin typeface="Inter Medium"/>
              <a:ea typeface="Inter Medium"/>
              <a:cs typeface="Inter Medium"/>
              <a:sym typeface="Inter Medium"/>
            </a:endParaRPr>
          </a:p>
        </p:txBody>
      </p:sp>
      <p:pic>
        <p:nvPicPr>
          <p:cNvPr descr="Dutch Ladies Team Oranje Leeuwinnen Proudly Wears Their Own Badge!&#10;&#10;Nike revealed the new Dutch Ladies’ National Team kit will feature a lioness instead of lion, changing the royal crest for the first time in 46 years. &#10;&#10;Part of a project by Wieden+Kennedy Amsterdam together with the Royal Dutch Football Association (KNVB), the change represents the team’s nickname as the Oranje Leeuwinnen (Orange Lionesses).&#10;&#10;The crest debuted at the UEFA Women’s Euro 2017 tournament’s opening game, the Netherlands vs Norway, on 16 July. &#10;&#10;This online film They Call Us Leeuwinnen explains the rationale behind the crest’s transformation.&#10;---" id="223" name="Google Shape;223;p27" title="Dutch Ladies Team Oranje Leeuwinnen Proudly Wears Their Own Badge!">
            <a:hlinkClick r:id="rId5"/>
          </p:cNvPr>
          <p:cNvPicPr preferRelativeResize="0"/>
          <p:nvPr/>
        </p:nvPicPr>
        <p:blipFill>
          <a:blip r:embed="rId6">
            <a:alphaModFix/>
          </a:blip>
          <a:stretch>
            <a:fillRect/>
          </a:stretch>
        </p:blipFill>
        <p:spPr>
          <a:xfrm>
            <a:off x="6164966" y="2021475"/>
            <a:ext cx="11665825" cy="65620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27" name="Shape 227"/>
        <p:cNvGrpSpPr/>
        <p:nvPr/>
      </p:nvGrpSpPr>
      <p:grpSpPr>
        <a:xfrm>
          <a:off x="0" y="0"/>
          <a:ext cx="0" cy="0"/>
          <a:chOff x="0" y="0"/>
          <a:chExt cx="0" cy="0"/>
        </a:xfrm>
      </p:grpSpPr>
      <p:sp>
        <p:nvSpPr>
          <p:cNvPr id="228" name="Google Shape;228;p28"/>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факты</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истории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t/>
            </a:r>
            <a:endParaRPr sz="9200">
              <a:solidFill>
                <a:schemeClr val="dk1"/>
              </a:solidFill>
              <a:latin typeface="Inter Medium"/>
              <a:ea typeface="Inter Medium"/>
              <a:cs typeface="Inter Medium"/>
              <a:sym typeface="Inter Medium"/>
            </a:endParaRPr>
          </a:p>
        </p:txBody>
      </p:sp>
      <p:pic>
        <p:nvPicPr>
          <p:cNvPr id="229" name="Google Shape;229;p28"/>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230" name="Google Shape;230;p28"/>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231" name="Google Shape;231;p28"/>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232" name="Google Shape;232;p28"/>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233" name="Google Shape;233;p28"/>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234" name="Google Shape;234;p28"/>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5</a:t>
            </a:r>
            <a:endParaRPr sz="9200">
              <a:solidFill>
                <a:schemeClr val="dk1"/>
              </a:solidFill>
              <a:latin typeface="Inter Medium"/>
              <a:ea typeface="Inter Medium"/>
              <a:cs typeface="Inter Medium"/>
              <a:sym typeface="Inter Medium"/>
            </a:endParaRPr>
          </a:p>
        </p:txBody>
      </p:sp>
      <p:pic>
        <p:nvPicPr>
          <p:cNvPr descr="https://buddingcreative.com/ 👈 &#10;&#10;2021 was a strong year at Cannes with several very strong campaigns vying for the top awards. If I have any criticism, the work with societal impact / social justice themes were judged a bit too generously. There's nothing wrong with making this type of work. But excellence and worthiness don't necessarily go hand in hand in the advertising industry. &#10;&#10;This piece of work is interesting and beautifully produced. It's worth a watch. But silver? Hmmm...&#10;&#10;Go to our 2021 Cannes playlist to see all of the winners, or visit our website at the top of the description to read our analysis of the very best pieces of work from this year.&#10;&#10;Our eBook, the Ad School Buddy, profiles all the undergraduate, graduate, portfolio schools as well as the short courses and incubators that will give you the skills you need to join an advertising creative department. Read more about it here: https://bit.ly/3If7cDj&#10;&#10;Budding is all about helping Junior Creatives improve their skills, navigate the pitfalls inside creative departments, and have a sensational career in the advertising industry." id="235" name="Google Shape;235;p28" title="SporTV: Let Her Run (Cannes Advertising Festival 2021 Film) (Silver Lion)">
            <a:hlinkClick r:id="rId5"/>
          </p:cNvPr>
          <p:cNvPicPr preferRelativeResize="0"/>
          <p:nvPr/>
        </p:nvPicPr>
        <p:blipFill>
          <a:blip r:embed="rId6">
            <a:alphaModFix/>
          </a:blip>
          <a:stretch>
            <a:fillRect/>
          </a:stretch>
        </p:blipFill>
        <p:spPr>
          <a:xfrm>
            <a:off x="6164975" y="2021475"/>
            <a:ext cx="11665825" cy="65620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39" name="Shape 239"/>
        <p:cNvGrpSpPr/>
        <p:nvPr/>
      </p:nvGrpSpPr>
      <p:grpSpPr>
        <a:xfrm>
          <a:off x="0" y="0"/>
          <a:ext cx="0" cy="0"/>
          <a:chOff x="0" y="0"/>
          <a:chExt cx="0" cy="0"/>
        </a:xfrm>
      </p:grpSpPr>
      <p:sp>
        <p:nvSpPr>
          <p:cNvPr id="240" name="Google Shape;240;p29"/>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факты</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статис-</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тику</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p:txBody>
      </p:sp>
      <p:pic>
        <p:nvPicPr>
          <p:cNvPr id="241" name="Google Shape;241;p29"/>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242" name="Google Shape;242;p29"/>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243" name="Google Shape;243;p29"/>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244" name="Google Shape;244;p29"/>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245" name="Google Shape;245;p29"/>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246" name="Google Shape;246;p29"/>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5</a:t>
            </a:r>
            <a:endParaRPr sz="9200">
              <a:solidFill>
                <a:schemeClr val="dk1"/>
              </a:solidFill>
              <a:latin typeface="Inter Medium"/>
              <a:ea typeface="Inter Medium"/>
              <a:cs typeface="Inter Medium"/>
              <a:sym typeface="Inter Medium"/>
            </a:endParaRPr>
          </a:p>
        </p:txBody>
      </p:sp>
      <p:pic>
        <p:nvPicPr>
          <p:cNvPr id="247" name="Google Shape;247;p29" title="THE SWEDISH NUMBER case study">
            <a:hlinkClick r:id="rId5"/>
          </p:cNvPr>
          <p:cNvPicPr preferRelativeResize="0"/>
          <p:nvPr/>
        </p:nvPicPr>
        <p:blipFill>
          <a:blip r:embed="rId6">
            <a:alphaModFix/>
          </a:blip>
          <a:stretch>
            <a:fillRect/>
          </a:stretch>
        </p:blipFill>
        <p:spPr>
          <a:xfrm>
            <a:off x="5131325" y="1669675"/>
            <a:ext cx="12699475" cy="714345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51" name="Shape 251"/>
        <p:cNvGrpSpPr/>
        <p:nvPr/>
      </p:nvGrpSpPr>
      <p:grpSpPr>
        <a:xfrm>
          <a:off x="0" y="0"/>
          <a:ext cx="0" cy="0"/>
          <a:chOff x="0" y="0"/>
          <a:chExt cx="0" cy="0"/>
        </a:xfrm>
      </p:grpSpPr>
      <p:sp>
        <p:nvSpPr>
          <p:cNvPr id="252" name="Google Shape;252;p30"/>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технологии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p:txBody>
      </p:sp>
      <p:pic>
        <p:nvPicPr>
          <p:cNvPr id="253" name="Google Shape;253;p30"/>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254" name="Google Shape;254;p30"/>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255" name="Google Shape;255;p30"/>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256" name="Google Shape;256;p30"/>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257" name="Google Shape;257;p30"/>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258" name="Google Shape;258;p30"/>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6</a:t>
            </a:r>
            <a:endParaRPr sz="9200">
              <a:solidFill>
                <a:schemeClr val="dk1"/>
              </a:solidFill>
              <a:latin typeface="Inter Medium"/>
              <a:ea typeface="Inter Medium"/>
              <a:cs typeface="Inter Medium"/>
              <a:sym typeface="Inter Medium"/>
            </a:endParaRPr>
          </a:p>
        </p:txBody>
      </p:sp>
      <p:pic>
        <p:nvPicPr>
          <p:cNvPr descr="Old plastic bottles have now been used to light up more than 850,000 homes around the world. &#10;&#10;----------------------------------------­­­­----------&#10;&#10;Follow BI UK on Twitter: http://bit.ly/1Nz3jG3&#10;Follow BI UK On Facebook: http://bit.ly/1VWDkiy&#10;Read more: http://uk.businessinsider.com/?IR=C&#10;&#10;----------------------------------------­­­­----------&#10;&#10;&#10;Business Insider UK is the largest business news site for British readers and viewers in the UK. Our mission: to tell you all you need to know about the big world around you. The BI UK Video team focuses on business, technology, strategy,  and culture with an emphasis on unique storytelling and data that appeals to the next generation of leaders – the digital generation." id="259" name="Google Shape;259;p30" title="Old plastic bottles have now been used to light up more than 850,000 homes around the world">
            <a:hlinkClick r:id="rId5"/>
          </p:cNvPr>
          <p:cNvPicPr preferRelativeResize="0"/>
          <p:nvPr/>
        </p:nvPicPr>
        <p:blipFill>
          <a:blip r:embed="rId6">
            <a:alphaModFix/>
          </a:blip>
          <a:stretch>
            <a:fillRect/>
          </a:stretch>
        </p:blipFill>
        <p:spPr>
          <a:xfrm>
            <a:off x="5131350" y="1669675"/>
            <a:ext cx="12699450" cy="71434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63" name="Shape 263"/>
        <p:cNvGrpSpPr/>
        <p:nvPr/>
      </p:nvGrpSpPr>
      <p:grpSpPr>
        <a:xfrm>
          <a:off x="0" y="0"/>
          <a:ext cx="0" cy="0"/>
          <a:chOff x="0" y="0"/>
          <a:chExt cx="0" cy="0"/>
        </a:xfrm>
      </p:grpSpPr>
      <p:sp>
        <p:nvSpPr>
          <p:cNvPr id="264" name="Google Shape;264;p31"/>
          <p:cNvSpPr txBox="1"/>
          <p:nvPr/>
        </p:nvSpPr>
        <p:spPr>
          <a:xfrm>
            <a:off x="240150" y="0"/>
            <a:ext cx="89037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Изучайте технологии</a:t>
            </a:r>
            <a:endParaRPr sz="9200">
              <a:solidFill>
                <a:schemeClr val="dk1"/>
              </a:solidFill>
              <a:latin typeface="Inter Medium"/>
              <a:ea typeface="Inter Medium"/>
              <a:cs typeface="Inter Medium"/>
              <a:sym typeface="Inter Medium"/>
            </a:endParaRPr>
          </a:p>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_</a:t>
            </a:r>
            <a:endParaRPr sz="9200">
              <a:solidFill>
                <a:schemeClr val="dk1"/>
              </a:solidFill>
              <a:latin typeface="Inter Medium"/>
              <a:ea typeface="Inter Medium"/>
              <a:cs typeface="Inter Medium"/>
              <a:sym typeface="Inter Medium"/>
            </a:endParaRPr>
          </a:p>
        </p:txBody>
      </p:sp>
      <p:pic>
        <p:nvPicPr>
          <p:cNvPr id="265" name="Google Shape;265;p31"/>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266" name="Google Shape;266;p31"/>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267" name="Google Shape;267;p31"/>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268" name="Google Shape;268;p31"/>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pic>
        <p:nvPicPr>
          <p:cNvPr id="269" name="Google Shape;269;p31"/>
          <p:cNvPicPr preferRelativeResize="0"/>
          <p:nvPr/>
        </p:nvPicPr>
        <p:blipFill rotWithShape="1">
          <a:blip r:embed="rId4">
            <a:alphaModFix/>
          </a:blip>
          <a:srcRect b="0" l="0" r="0" t="0"/>
          <a:stretch/>
        </p:blipFill>
        <p:spPr>
          <a:xfrm>
            <a:off x="7621501" y="-4260950"/>
            <a:ext cx="12699453" cy="10994202"/>
          </a:xfrm>
          <a:prstGeom prst="rect">
            <a:avLst/>
          </a:prstGeom>
          <a:noFill/>
          <a:ln>
            <a:noFill/>
          </a:ln>
        </p:spPr>
      </p:pic>
      <p:sp>
        <p:nvSpPr>
          <p:cNvPr id="270" name="Google Shape;270;p31"/>
          <p:cNvSpPr txBox="1"/>
          <p:nvPr/>
        </p:nvSpPr>
        <p:spPr>
          <a:xfrm>
            <a:off x="457203" y="7658870"/>
            <a:ext cx="2727600" cy="23661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 sz="9200">
                <a:solidFill>
                  <a:schemeClr val="dk1"/>
                </a:solidFill>
                <a:latin typeface="Inter Medium"/>
                <a:ea typeface="Inter Medium"/>
                <a:cs typeface="Inter Medium"/>
                <a:sym typeface="Inter Medium"/>
              </a:rPr>
              <a:t>6</a:t>
            </a:r>
            <a:endParaRPr sz="9200">
              <a:solidFill>
                <a:schemeClr val="dk1"/>
              </a:solidFill>
              <a:latin typeface="Inter Medium"/>
              <a:ea typeface="Inter Medium"/>
              <a:cs typeface="Inter Medium"/>
              <a:sym typeface="Inter Medium"/>
            </a:endParaRPr>
          </a:p>
        </p:txBody>
      </p:sp>
      <p:pic>
        <p:nvPicPr>
          <p:cNvPr descr="This is WaterLight, a device that provides electrical power using only salt water.&#10;&#10;More information: &#10;www.waterlight.com.co                                  &#10;www.edinaenergy.com" id="271" name="Google Shape;271;p31" title="WaterLight - The clean energy revolution is here">
            <a:hlinkClick r:id="rId5"/>
          </p:cNvPr>
          <p:cNvPicPr preferRelativeResize="0"/>
          <p:nvPr/>
        </p:nvPicPr>
        <p:blipFill>
          <a:blip r:embed="rId6">
            <a:alphaModFix/>
          </a:blip>
          <a:stretch>
            <a:fillRect/>
          </a:stretch>
        </p:blipFill>
        <p:spPr>
          <a:xfrm>
            <a:off x="5131350" y="1669675"/>
            <a:ext cx="12699466" cy="7143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75" name="Shape 275"/>
        <p:cNvGrpSpPr/>
        <p:nvPr/>
      </p:nvGrpSpPr>
      <p:grpSpPr>
        <a:xfrm>
          <a:off x="0" y="0"/>
          <a:ext cx="0" cy="0"/>
          <a:chOff x="0" y="0"/>
          <a:chExt cx="0" cy="0"/>
        </a:xfrm>
      </p:grpSpPr>
      <p:sp>
        <p:nvSpPr>
          <p:cNvPr id="276" name="Google Shape;276;p32"/>
          <p:cNvSpPr txBox="1"/>
          <p:nvPr/>
        </p:nvSpPr>
        <p:spPr>
          <a:xfrm>
            <a:off x="240150" y="0"/>
            <a:ext cx="10015800" cy="7163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9200">
                <a:solidFill>
                  <a:schemeClr val="dk1"/>
                </a:solidFill>
                <a:latin typeface="Inter Medium"/>
                <a:ea typeface="Inter Medium"/>
                <a:cs typeface="Inter Medium"/>
                <a:sym typeface="Inter Medium"/>
              </a:rPr>
              <a:t>Привычные вещи покажите с необычного ракурса</a:t>
            </a:r>
            <a:endParaRPr sz="9200">
              <a:solidFill>
                <a:schemeClr val="dk1"/>
              </a:solidFill>
              <a:latin typeface="Inter Medium"/>
              <a:ea typeface="Inter Medium"/>
              <a:cs typeface="Inter Medium"/>
              <a:sym typeface="Inter Medium"/>
            </a:endParaRPr>
          </a:p>
        </p:txBody>
      </p:sp>
      <p:pic>
        <p:nvPicPr>
          <p:cNvPr id="277" name="Google Shape;277;p32"/>
          <p:cNvPicPr preferRelativeResize="0"/>
          <p:nvPr/>
        </p:nvPicPr>
        <p:blipFill>
          <a:blip r:embed="rId3">
            <a:alphaModFix/>
          </a:blip>
          <a:stretch>
            <a:fillRect/>
          </a:stretch>
        </p:blipFill>
        <p:spPr>
          <a:xfrm>
            <a:off x="16302800" y="9535099"/>
            <a:ext cx="1528003" cy="294700"/>
          </a:xfrm>
          <a:prstGeom prst="rect">
            <a:avLst/>
          </a:prstGeom>
          <a:noFill/>
          <a:ln>
            <a:noFill/>
          </a:ln>
        </p:spPr>
      </p:pic>
      <p:sp>
        <p:nvSpPr>
          <p:cNvPr id="278" name="Google Shape;278;p32"/>
          <p:cNvSpPr/>
          <p:nvPr/>
        </p:nvSpPr>
        <p:spPr>
          <a:xfrm>
            <a:off x="17332200" y="457200"/>
            <a:ext cx="498600" cy="498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279" name="Google Shape;279;p32"/>
          <p:cNvSpPr txBox="1"/>
          <p:nvPr/>
        </p:nvSpPr>
        <p:spPr>
          <a:xfrm>
            <a:off x="17230800" y="449100"/>
            <a:ext cx="701400" cy="4986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fld id="{00000000-1234-1234-1234-123412341234}" type="slidenum">
              <a:rPr lang="en" sz="1800">
                <a:solidFill>
                  <a:srgbClr val="EBEBEB"/>
                </a:solidFill>
                <a:latin typeface="Inter"/>
                <a:ea typeface="Inter"/>
                <a:cs typeface="Inter"/>
                <a:sym typeface="Inter"/>
              </a:rPr>
              <a:t>‹#›</a:t>
            </a:fld>
            <a:endParaRPr sz="1800">
              <a:solidFill>
                <a:srgbClr val="EBEBEB"/>
              </a:solidFill>
              <a:latin typeface="Inter"/>
              <a:ea typeface="Inter"/>
              <a:cs typeface="Inter"/>
              <a:sym typeface="Inter"/>
            </a:endParaRPr>
          </a:p>
        </p:txBody>
      </p:sp>
      <p:pic>
        <p:nvPicPr>
          <p:cNvPr id="280" name="Google Shape;280;p32"/>
          <p:cNvPicPr preferRelativeResize="0"/>
          <p:nvPr/>
        </p:nvPicPr>
        <p:blipFill rotWithShape="1">
          <a:blip r:embed="rId4">
            <a:alphaModFix/>
          </a:blip>
          <a:srcRect b="-29694" l="-11684" r="-11696" t="-29694"/>
          <a:stretch/>
        </p:blipFill>
        <p:spPr>
          <a:xfrm>
            <a:off x="-926650" y="7078162"/>
            <a:ext cx="4657653" cy="5208575"/>
          </a:xfrm>
          <a:prstGeom prst="rect">
            <a:avLst/>
          </a:prstGeom>
          <a:noFill/>
          <a:ln>
            <a:noFill/>
          </a:ln>
        </p:spPr>
      </p:pic>
      <p:sp>
        <p:nvSpPr>
          <p:cNvPr id="281" name="Google Shape;281;p32"/>
          <p:cNvSpPr txBox="1"/>
          <p:nvPr/>
        </p:nvSpPr>
        <p:spPr>
          <a:xfrm>
            <a:off x="9144000" y="2107525"/>
            <a:ext cx="8903700" cy="7163400"/>
          </a:xfrm>
          <a:prstGeom prst="rect">
            <a:avLst/>
          </a:prstGeom>
          <a:noFill/>
          <a:ln>
            <a:noFill/>
          </a:ln>
        </p:spPr>
        <p:txBody>
          <a:bodyPr anchorCtr="0" anchor="b" bIns="182850" lIns="182850" spcFirstLastPara="1" rIns="182850" wrap="square" tIns="182850">
            <a:noAutofit/>
          </a:bodyPr>
          <a:lstStyle/>
          <a:p>
            <a:pPr indent="0" lvl="0" marL="0" rtl="0" algn="r">
              <a:spcBef>
                <a:spcPts val="0"/>
              </a:spcBef>
              <a:spcAft>
                <a:spcPts val="0"/>
              </a:spcAft>
              <a:buNone/>
            </a:pPr>
            <a:r>
              <a:rPr lang="en" sz="9200">
                <a:solidFill>
                  <a:srgbClr val="999999"/>
                </a:solidFill>
                <a:latin typeface="Inter Medium"/>
                <a:ea typeface="Inter Medium"/>
                <a:cs typeface="Inter Medium"/>
                <a:sym typeface="Inter Medium"/>
              </a:rPr>
              <a:t>…а необычные </a:t>
            </a:r>
            <a:endParaRPr sz="9200">
              <a:solidFill>
                <a:srgbClr val="999999"/>
              </a:solidFill>
              <a:latin typeface="Inter Medium"/>
              <a:ea typeface="Inter Medium"/>
              <a:cs typeface="Inter Medium"/>
              <a:sym typeface="Inter Medium"/>
            </a:endParaRPr>
          </a:p>
          <a:p>
            <a:pPr indent="0" lvl="0" marL="0" rtl="0" algn="r">
              <a:spcBef>
                <a:spcPts val="0"/>
              </a:spcBef>
              <a:spcAft>
                <a:spcPts val="0"/>
              </a:spcAft>
              <a:buNone/>
            </a:pPr>
            <a:r>
              <a:rPr lang="en" sz="9200">
                <a:solidFill>
                  <a:srgbClr val="999999"/>
                </a:solidFill>
                <a:latin typeface="Inter Medium"/>
                <a:ea typeface="Inter Medium"/>
                <a:cs typeface="Inter Medium"/>
                <a:sym typeface="Inter Medium"/>
              </a:rPr>
              <a:t>с привычного </a:t>
            </a:r>
            <a:endParaRPr sz="9200">
              <a:solidFill>
                <a:srgbClr val="999999"/>
              </a:solidFill>
              <a:latin typeface="Inter Medium"/>
              <a:ea typeface="Inter Medium"/>
              <a:cs typeface="Inter Medium"/>
              <a:sym typeface="Inter Medium"/>
            </a:endParaRPr>
          </a:p>
        </p:txBody>
      </p:sp>
      <p:pic>
        <p:nvPicPr>
          <p:cNvPr id="282" name="Google Shape;282;p32"/>
          <p:cNvPicPr preferRelativeResize="0"/>
          <p:nvPr/>
        </p:nvPicPr>
        <p:blipFill rotWithShape="1">
          <a:blip r:embed="rId4">
            <a:alphaModFix/>
          </a:blip>
          <a:srcRect b="0" l="0" r="0" t="0"/>
          <a:stretch/>
        </p:blipFill>
        <p:spPr>
          <a:xfrm>
            <a:off x="7926300" y="-4946750"/>
            <a:ext cx="12994499" cy="1124963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6" name="Shape 286"/>
        <p:cNvGrpSpPr/>
        <p:nvPr/>
      </p:nvGrpSpPr>
      <p:grpSpPr>
        <a:xfrm>
          <a:off x="0" y="0"/>
          <a:ext cx="0" cy="0"/>
          <a:chOff x="0" y="0"/>
          <a:chExt cx="0" cy="0"/>
        </a:xfrm>
      </p:grpSpPr>
      <p:pic>
        <p:nvPicPr>
          <p:cNvPr id="287" name="Google Shape;287;p33"/>
          <p:cNvPicPr preferRelativeResize="0"/>
          <p:nvPr/>
        </p:nvPicPr>
        <p:blipFill rotWithShape="1">
          <a:blip r:embed="rId3">
            <a:alphaModFix/>
          </a:blip>
          <a:srcRect b="50" l="0" r="0" t="40"/>
          <a:stretch/>
        </p:blipFill>
        <p:spPr>
          <a:xfrm>
            <a:off x="-2469450" y="2753750"/>
            <a:ext cx="9708726" cy="8405051"/>
          </a:xfrm>
          <a:prstGeom prst="rect">
            <a:avLst/>
          </a:prstGeom>
          <a:noFill/>
          <a:ln>
            <a:noFill/>
          </a:ln>
        </p:spPr>
      </p:pic>
      <p:sp>
        <p:nvSpPr>
          <p:cNvPr id="288" name="Google Shape;288;p33"/>
          <p:cNvSpPr txBox="1"/>
          <p:nvPr/>
        </p:nvSpPr>
        <p:spPr>
          <a:xfrm>
            <a:off x="13700125" y="7672700"/>
            <a:ext cx="4052400" cy="1342800"/>
          </a:xfrm>
          <a:prstGeom prst="rect">
            <a:avLst/>
          </a:prstGeom>
          <a:noFill/>
          <a:ln>
            <a:noFill/>
          </a:ln>
        </p:spPr>
        <p:txBody>
          <a:bodyPr anchorCtr="0" anchor="t" bIns="182850" lIns="182850" spcFirstLastPara="1" rIns="182850" wrap="square" tIns="182850">
            <a:noAutofit/>
          </a:bodyPr>
          <a:lstStyle/>
          <a:p>
            <a:pPr indent="0" lvl="0" marL="0" rtl="0" algn="l">
              <a:lnSpc>
                <a:spcPct val="140000"/>
              </a:lnSpc>
              <a:spcBef>
                <a:spcPts val="0"/>
              </a:spcBef>
              <a:spcAft>
                <a:spcPts val="0"/>
              </a:spcAft>
              <a:buClr>
                <a:schemeClr val="dk1"/>
              </a:buClr>
              <a:buSzPts val="1200"/>
              <a:buFont typeface="Arial"/>
              <a:buNone/>
            </a:pPr>
            <a:r>
              <a:rPr lang="en" sz="1200">
                <a:solidFill>
                  <a:srgbClr val="EBEBEB"/>
                </a:solidFill>
                <a:latin typeface="Inter"/>
                <a:ea typeface="Inter"/>
                <a:cs typeface="Inter"/>
                <a:sym typeface="Inter"/>
              </a:rPr>
              <a:t>The content of this document </a:t>
            </a:r>
            <a:endParaRPr sz="1200">
              <a:solidFill>
                <a:srgbClr val="EBEBEB"/>
              </a:solidFill>
              <a:latin typeface="Inter"/>
              <a:ea typeface="Inter"/>
              <a:cs typeface="Inter"/>
              <a:sym typeface="Inter"/>
            </a:endParaRPr>
          </a:p>
          <a:p>
            <a:pPr indent="0" lvl="0" marL="0" rtl="0" algn="l">
              <a:lnSpc>
                <a:spcPct val="140000"/>
              </a:lnSpc>
              <a:spcBef>
                <a:spcPts val="0"/>
              </a:spcBef>
              <a:spcAft>
                <a:spcPts val="0"/>
              </a:spcAft>
              <a:buClr>
                <a:schemeClr val="dk1"/>
              </a:buClr>
              <a:buSzPts val="1200"/>
              <a:buFont typeface="Arial"/>
              <a:buNone/>
            </a:pPr>
            <a:r>
              <a:rPr lang="en" sz="1200">
                <a:solidFill>
                  <a:srgbClr val="EBEBEB"/>
                </a:solidFill>
                <a:latin typeface="Inter"/>
                <a:ea typeface="Inter"/>
                <a:cs typeface="Inter"/>
                <a:sym typeface="Inter"/>
              </a:rPr>
              <a:t>is considered a trade secret </a:t>
            </a:r>
            <a:endParaRPr sz="1200">
              <a:solidFill>
                <a:srgbClr val="EBEBEB"/>
              </a:solidFill>
              <a:latin typeface="Inter"/>
              <a:ea typeface="Inter"/>
              <a:cs typeface="Inter"/>
              <a:sym typeface="Inter"/>
            </a:endParaRPr>
          </a:p>
          <a:p>
            <a:pPr indent="0" lvl="0" marL="0" rtl="0" algn="l">
              <a:lnSpc>
                <a:spcPct val="140000"/>
              </a:lnSpc>
              <a:spcBef>
                <a:spcPts val="0"/>
              </a:spcBef>
              <a:spcAft>
                <a:spcPts val="0"/>
              </a:spcAft>
              <a:buClr>
                <a:schemeClr val="dk1"/>
              </a:buClr>
              <a:buSzPts val="1200"/>
              <a:buFont typeface="Arial"/>
              <a:buNone/>
            </a:pPr>
            <a:r>
              <a:rPr lang="en" sz="1200">
                <a:solidFill>
                  <a:srgbClr val="EBEBEB"/>
                </a:solidFill>
                <a:latin typeface="Inter"/>
                <a:ea typeface="Inter"/>
                <a:cs typeface="Inter"/>
                <a:sym typeface="Inter"/>
              </a:rPr>
              <a:t>of Got Added Value LLC</a:t>
            </a:r>
            <a:endParaRPr sz="1200">
              <a:solidFill>
                <a:srgbClr val="EBEBEB"/>
              </a:solidFill>
              <a:latin typeface="Inter"/>
              <a:ea typeface="Inter"/>
              <a:cs typeface="Inter"/>
              <a:sym typeface="Inter"/>
            </a:endParaRPr>
          </a:p>
        </p:txBody>
      </p:sp>
      <p:pic>
        <p:nvPicPr>
          <p:cNvPr id="289" name="Google Shape;289;p33"/>
          <p:cNvPicPr preferRelativeResize="0"/>
          <p:nvPr/>
        </p:nvPicPr>
        <p:blipFill rotWithShape="1">
          <a:blip r:embed="rId4">
            <a:alphaModFix/>
          </a:blip>
          <a:srcRect b="0" l="0" r="0" t="0"/>
          <a:stretch/>
        </p:blipFill>
        <p:spPr>
          <a:xfrm>
            <a:off x="457200" y="7672700"/>
            <a:ext cx="1917527" cy="369825"/>
          </a:xfrm>
          <a:prstGeom prst="rect">
            <a:avLst/>
          </a:prstGeom>
          <a:noFill/>
          <a:ln>
            <a:noFill/>
          </a:ln>
        </p:spPr>
      </p:pic>
      <p:sp>
        <p:nvSpPr>
          <p:cNvPr id="290" name="Google Shape;290;p33"/>
          <p:cNvSpPr txBox="1"/>
          <p:nvPr/>
        </p:nvSpPr>
        <p:spPr>
          <a:xfrm>
            <a:off x="7064650" y="7587000"/>
            <a:ext cx="6057600" cy="22428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chemeClr val="dk1"/>
              </a:buClr>
              <a:buSzPts val="1100"/>
              <a:buFont typeface="Arial"/>
              <a:buNone/>
            </a:pPr>
            <a:r>
              <a:rPr lang="en" sz="2000">
                <a:solidFill>
                  <a:srgbClr val="EBEBEB"/>
                </a:solidFill>
                <a:latin typeface="Inter"/>
                <a:ea typeface="Inter"/>
                <a:cs typeface="Inter"/>
                <a:sym typeface="Inter"/>
              </a:rPr>
              <a:t>Мемы наше все </a:t>
            </a:r>
            <a:endParaRPr sz="2000">
              <a:solidFill>
                <a:srgbClr val="EBEBEB"/>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rPr lang="en" sz="2000">
                <a:solidFill>
                  <a:srgbClr val="EBEBEB"/>
                </a:solidFill>
                <a:latin typeface="Inter"/>
                <a:ea typeface="Inter"/>
                <a:cs typeface="Inter"/>
                <a:sym typeface="Inter"/>
              </a:rPr>
              <a:t>или как найти инсайты </a:t>
            </a:r>
            <a:endParaRPr sz="2000">
              <a:solidFill>
                <a:srgbClr val="EBEBEB"/>
              </a:solidFill>
              <a:latin typeface="Inter"/>
              <a:ea typeface="Inter"/>
              <a:cs typeface="Inter"/>
              <a:sym typeface="Inter"/>
            </a:endParaRPr>
          </a:p>
          <a:p>
            <a:pPr indent="0" lvl="0" marL="0" rtl="0" algn="l">
              <a:lnSpc>
                <a:spcPct val="115000"/>
              </a:lnSpc>
              <a:spcBef>
                <a:spcPts val="0"/>
              </a:spcBef>
              <a:spcAft>
                <a:spcPts val="0"/>
              </a:spcAft>
              <a:buNone/>
            </a:pPr>
            <a:r>
              <a:rPr lang="en" sz="2000">
                <a:solidFill>
                  <a:srgbClr val="EBEBEB"/>
                </a:solidFill>
                <a:latin typeface="Inter"/>
                <a:ea typeface="Inter"/>
                <a:cs typeface="Inter"/>
                <a:sym typeface="Inter"/>
              </a:rPr>
              <a:t>в анекдотах</a:t>
            </a:r>
            <a:endParaRPr sz="2000">
              <a:solidFill>
                <a:srgbClr val="EBEBEB"/>
              </a:solidFill>
              <a:latin typeface="Inter"/>
              <a:ea typeface="Inter"/>
              <a:cs typeface="Inter"/>
              <a:sym typeface="Inter"/>
            </a:endParaRPr>
          </a:p>
        </p:txBody>
      </p:sp>
      <p:sp>
        <p:nvSpPr>
          <p:cNvPr id="291" name="Google Shape;291;p33"/>
          <p:cNvSpPr txBox="1"/>
          <p:nvPr/>
        </p:nvSpPr>
        <p:spPr>
          <a:xfrm>
            <a:off x="240150" y="0"/>
            <a:ext cx="8966400" cy="29886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7000">
                <a:solidFill>
                  <a:srgbClr val="EBEBEB"/>
                </a:solidFill>
                <a:latin typeface="Inter Medium"/>
                <a:ea typeface="Inter Medium"/>
                <a:cs typeface="Inter Medium"/>
                <a:sym typeface="Inter Medium"/>
              </a:rPr>
              <a:t>Thank you!</a:t>
            </a:r>
            <a:endParaRPr sz="7000">
              <a:solidFill>
                <a:srgbClr val="EBEBEB"/>
              </a:solidFill>
              <a:latin typeface="Inter Medium"/>
              <a:ea typeface="Inter Medium"/>
              <a:cs typeface="Inter Medium"/>
              <a:sym typeface="Inter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